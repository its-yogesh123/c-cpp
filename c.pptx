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diagrams/colors2.xml" ContentType="application/vnd.openxmlformats-officedocument.drawingml.diagramColors+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diagrams/layout2.xml" ContentType="application/vnd.openxmlformats-officedocument.drawingml.diagram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65" r:id="rId3"/>
    <p:sldId id="266" r:id="rId4"/>
    <p:sldId id="268" r:id="rId5"/>
    <p:sldId id="267" r:id="rId6"/>
    <p:sldId id="270" r:id="rId7"/>
    <p:sldId id="271" r:id="rId8"/>
    <p:sldId id="259" r:id="rId9"/>
    <p:sldId id="262" r:id="rId10"/>
    <p:sldId id="269" r:id="rId11"/>
    <p:sldId id="258" r:id="rId12"/>
    <p:sldId id="272" r:id="rId13"/>
    <p:sldId id="273" r:id="rId14"/>
    <p:sldId id="274" r:id="rId15"/>
    <p:sldId id="275" r:id="rId16"/>
    <p:sldId id="276" r:id="rId17"/>
    <p:sldId id="277" r:id="rId18"/>
    <p:sldId id="278" r:id="rId19"/>
    <p:sldId id="281" r:id="rId20"/>
    <p:sldId id="282" r:id="rId21"/>
    <p:sldId id="283" r:id="rId22"/>
    <p:sldId id="284" r:id="rId23"/>
    <p:sldId id="285" r:id="rId24"/>
    <p:sldId id="286" r:id="rId25"/>
    <p:sldId id="287" r:id="rId26"/>
    <p:sldId id="288" r:id="rId27"/>
    <p:sldId id="289" r:id="rId28"/>
    <p:sldId id="290" r:id="rId29"/>
    <p:sldId id="291" r:id="rId30"/>
    <p:sldId id="279" r:id="rId31"/>
    <p:sldId id="292" r:id="rId32"/>
    <p:sldId id="293" r:id="rId33"/>
    <p:sldId id="294" r:id="rId34"/>
    <p:sldId id="280" r:id="rId35"/>
    <p:sldId id="295" r:id="rId36"/>
    <p:sldId id="296" r:id="rId37"/>
    <p:sldId id="297" r:id="rId38"/>
    <p:sldId id="300" r:id="rId39"/>
    <p:sldId id="301" r:id="rId40"/>
    <p:sldId id="302" r:id="rId41"/>
    <p:sldId id="298" r:id="rId42"/>
    <p:sldId id="299" r:id="rId43"/>
    <p:sldId id="303" r:id="rId44"/>
    <p:sldId id="304" r:id="rId45"/>
    <p:sldId id="305" r:id="rId46"/>
    <p:sldId id="306" r:id="rId47"/>
    <p:sldId id="307" r:id="rId48"/>
    <p:sldId id="308" r:id="rId49"/>
    <p:sldId id="309" r:id="rId50"/>
    <p:sldId id="310" r:id="rId51"/>
    <p:sldId id="311"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427406-5DC6-4125-B0BC-517C33F3224C}" type="doc">
      <dgm:prSet loTypeId="urn:microsoft.com/office/officeart/2005/8/layout/process2" loCatId="process" qsTypeId="urn:microsoft.com/office/officeart/2005/8/quickstyle/simple1" qsCatId="simple" csTypeId="urn:microsoft.com/office/officeart/2005/8/colors/accent1_2" csCatId="accent1" phldr="1"/>
      <dgm:spPr/>
    </dgm:pt>
    <dgm:pt modelId="{1731F830-AB6D-43C1-8E47-0F19E0BFF9D8}">
      <dgm:prSet phldrT="[Text]" custT="1"/>
      <dgm:spPr/>
      <dgm:t>
        <a:bodyPr/>
        <a:lstStyle/>
        <a:p>
          <a:r>
            <a:rPr lang="en-US" sz="2000" dirty="0" smtClean="0"/>
            <a:t>Alphabets</a:t>
          </a:r>
          <a:endParaRPr lang="en-US" sz="2000" dirty="0"/>
        </a:p>
      </dgm:t>
    </dgm:pt>
    <dgm:pt modelId="{B7CA92D8-807D-46CB-9A90-803229A70D11}" type="parTrans" cxnId="{8DF10AB2-C999-4EBA-A841-0344C221D878}">
      <dgm:prSet/>
      <dgm:spPr/>
      <dgm:t>
        <a:bodyPr/>
        <a:lstStyle/>
        <a:p>
          <a:endParaRPr lang="en-US"/>
        </a:p>
      </dgm:t>
    </dgm:pt>
    <dgm:pt modelId="{FD518789-582C-462F-BD83-60A6B9F079FB}" type="sibTrans" cxnId="{8DF10AB2-C999-4EBA-A841-0344C221D878}">
      <dgm:prSet/>
      <dgm:spPr/>
      <dgm:t>
        <a:bodyPr/>
        <a:lstStyle/>
        <a:p>
          <a:endParaRPr lang="en-US"/>
        </a:p>
      </dgm:t>
    </dgm:pt>
    <dgm:pt modelId="{8F8433D3-2D80-42D4-8B15-3BA5EC6F1C10}">
      <dgm:prSet phldrT="[Text]" custT="1"/>
      <dgm:spPr/>
      <dgm:t>
        <a:bodyPr/>
        <a:lstStyle/>
        <a:p>
          <a:r>
            <a:rPr lang="en-US" sz="2000" dirty="0" smtClean="0"/>
            <a:t>words</a:t>
          </a:r>
          <a:endParaRPr lang="en-US" sz="2000" dirty="0"/>
        </a:p>
      </dgm:t>
    </dgm:pt>
    <dgm:pt modelId="{F4109417-695A-400B-836A-A86F35330800}" type="parTrans" cxnId="{BFAF51F2-BF34-4DE7-9E96-F0B11D850881}">
      <dgm:prSet/>
      <dgm:spPr/>
      <dgm:t>
        <a:bodyPr/>
        <a:lstStyle/>
        <a:p>
          <a:endParaRPr lang="en-US"/>
        </a:p>
      </dgm:t>
    </dgm:pt>
    <dgm:pt modelId="{DBAA042B-0C87-46A7-BD6B-064632D83E63}" type="sibTrans" cxnId="{BFAF51F2-BF34-4DE7-9E96-F0B11D850881}">
      <dgm:prSet/>
      <dgm:spPr/>
      <dgm:t>
        <a:bodyPr/>
        <a:lstStyle/>
        <a:p>
          <a:endParaRPr lang="en-US"/>
        </a:p>
      </dgm:t>
    </dgm:pt>
    <dgm:pt modelId="{74E516E2-C420-46ED-9161-3915CA8FD9F8}">
      <dgm:prSet phldrT="[Text]" custT="1"/>
      <dgm:spPr/>
      <dgm:t>
        <a:bodyPr/>
        <a:lstStyle/>
        <a:p>
          <a:r>
            <a:rPr lang="en-US" sz="2000" dirty="0" smtClean="0"/>
            <a:t>Sentences</a:t>
          </a:r>
          <a:endParaRPr lang="en-US" sz="2000" dirty="0"/>
        </a:p>
      </dgm:t>
    </dgm:pt>
    <dgm:pt modelId="{E3B08EAF-3CF4-458F-8617-851351A4EBF8}" type="parTrans" cxnId="{ED20D4D9-348D-49E9-8542-274C417F18C4}">
      <dgm:prSet/>
      <dgm:spPr/>
      <dgm:t>
        <a:bodyPr/>
        <a:lstStyle/>
        <a:p>
          <a:endParaRPr lang="en-US"/>
        </a:p>
      </dgm:t>
    </dgm:pt>
    <dgm:pt modelId="{B7E93557-F9E2-438F-B9C7-1044A231E3EE}" type="sibTrans" cxnId="{ED20D4D9-348D-49E9-8542-274C417F18C4}">
      <dgm:prSet/>
      <dgm:spPr/>
      <dgm:t>
        <a:bodyPr/>
        <a:lstStyle/>
        <a:p>
          <a:endParaRPr lang="en-US"/>
        </a:p>
      </dgm:t>
    </dgm:pt>
    <dgm:pt modelId="{1D6604A4-76A0-4A6A-A4B8-63A8FF6D7ED8}">
      <dgm:prSet phldrT="[Text]"/>
      <dgm:spPr/>
      <dgm:t>
        <a:bodyPr/>
        <a:lstStyle/>
        <a:p>
          <a:r>
            <a:rPr lang="en-US" dirty="0" smtClean="0"/>
            <a:t>Paragraph</a:t>
          </a:r>
          <a:endParaRPr lang="en-US" dirty="0"/>
        </a:p>
      </dgm:t>
    </dgm:pt>
    <dgm:pt modelId="{60081094-E12B-4004-AB48-586FE51556F0}" type="parTrans" cxnId="{58EC5106-500D-4454-B03F-FBFC2CE2F6B8}">
      <dgm:prSet/>
      <dgm:spPr/>
      <dgm:t>
        <a:bodyPr/>
        <a:lstStyle/>
        <a:p>
          <a:endParaRPr lang="en-US"/>
        </a:p>
      </dgm:t>
    </dgm:pt>
    <dgm:pt modelId="{B2A14187-DE17-47F3-8768-3328AED75201}" type="sibTrans" cxnId="{58EC5106-500D-4454-B03F-FBFC2CE2F6B8}">
      <dgm:prSet/>
      <dgm:spPr/>
      <dgm:t>
        <a:bodyPr/>
        <a:lstStyle/>
        <a:p>
          <a:endParaRPr lang="en-US"/>
        </a:p>
      </dgm:t>
    </dgm:pt>
    <dgm:pt modelId="{84729C77-A180-4310-9FBF-4B5DD4338674}">
      <dgm:prSet phldrT="[Text]"/>
      <dgm:spPr/>
      <dgm:t>
        <a:bodyPr/>
        <a:lstStyle/>
        <a:p>
          <a:r>
            <a:rPr lang="en-US" dirty="0" smtClean="0"/>
            <a:t>Chapter</a:t>
          </a:r>
          <a:endParaRPr lang="en-US" dirty="0"/>
        </a:p>
      </dgm:t>
    </dgm:pt>
    <dgm:pt modelId="{F9ECB52D-34FA-4A3B-8CDA-8E50D8702165}" type="parTrans" cxnId="{32CC6E32-2B6C-4CC6-A6E1-43525CBFC7E8}">
      <dgm:prSet/>
      <dgm:spPr/>
      <dgm:t>
        <a:bodyPr/>
        <a:lstStyle/>
        <a:p>
          <a:endParaRPr lang="en-US"/>
        </a:p>
      </dgm:t>
    </dgm:pt>
    <dgm:pt modelId="{8E126C0C-35BC-43BD-8265-046E63047CF9}" type="sibTrans" cxnId="{32CC6E32-2B6C-4CC6-A6E1-43525CBFC7E8}">
      <dgm:prSet/>
      <dgm:spPr/>
      <dgm:t>
        <a:bodyPr/>
        <a:lstStyle/>
        <a:p>
          <a:endParaRPr lang="en-US"/>
        </a:p>
      </dgm:t>
    </dgm:pt>
    <dgm:pt modelId="{E792E788-4051-4407-8826-C33D1F405251}">
      <dgm:prSet phldrT="[Text]"/>
      <dgm:spPr/>
      <dgm:t>
        <a:bodyPr/>
        <a:lstStyle/>
        <a:p>
          <a:r>
            <a:rPr lang="en-US" dirty="0" smtClean="0"/>
            <a:t>Book</a:t>
          </a:r>
          <a:endParaRPr lang="en-US" dirty="0"/>
        </a:p>
      </dgm:t>
    </dgm:pt>
    <dgm:pt modelId="{A7D35289-7784-43C6-9E50-8D6EFB4AA76A}" type="parTrans" cxnId="{BBDC056C-A491-4EB8-912E-206DFC95A302}">
      <dgm:prSet/>
      <dgm:spPr/>
      <dgm:t>
        <a:bodyPr/>
        <a:lstStyle/>
        <a:p>
          <a:endParaRPr lang="en-US"/>
        </a:p>
      </dgm:t>
    </dgm:pt>
    <dgm:pt modelId="{D27873A1-AA39-4E95-A12E-930074C5B0F8}" type="sibTrans" cxnId="{BBDC056C-A491-4EB8-912E-206DFC95A302}">
      <dgm:prSet/>
      <dgm:spPr/>
      <dgm:t>
        <a:bodyPr/>
        <a:lstStyle/>
        <a:p>
          <a:endParaRPr lang="en-US"/>
        </a:p>
      </dgm:t>
    </dgm:pt>
    <dgm:pt modelId="{EB83FDFE-9A7D-43F0-94CD-AEC209595FD2}" type="pres">
      <dgm:prSet presAssocID="{D8427406-5DC6-4125-B0BC-517C33F3224C}" presName="linearFlow" presStyleCnt="0">
        <dgm:presLayoutVars>
          <dgm:resizeHandles val="exact"/>
        </dgm:presLayoutVars>
      </dgm:prSet>
      <dgm:spPr/>
    </dgm:pt>
    <dgm:pt modelId="{A26CC962-BF72-478D-9622-BA5F76997E0E}" type="pres">
      <dgm:prSet presAssocID="{1731F830-AB6D-43C1-8E47-0F19E0BFF9D8}" presName="node" presStyleLbl="node1" presStyleIdx="0" presStyleCnt="6" custAng="0" custScaleX="112571" custScaleY="75614" custLinFactNeighborX="-2596" custLinFactNeighborY="-269">
        <dgm:presLayoutVars>
          <dgm:bulletEnabled val="1"/>
        </dgm:presLayoutVars>
      </dgm:prSet>
      <dgm:spPr/>
      <dgm:t>
        <a:bodyPr/>
        <a:lstStyle/>
        <a:p>
          <a:endParaRPr lang="en-US"/>
        </a:p>
      </dgm:t>
    </dgm:pt>
    <dgm:pt modelId="{6712D08C-E634-4285-BFF0-067CC20F80F5}" type="pres">
      <dgm:prSet presAssocID="{FD518789-582C-462F-BD83-60A6B9F079FB}" presName="sibTrans" presStyleLbl="sibTrans2D1" presStyleIdx="0" presStyleCnt="5"/>
      <dgm:spPr/>
      <dgm:t>
        <a:bodyPr/>
        <a:lstStyle/>
        <a:p>
          <a:endParaRPr lang="en-US"/>
        </a:p>
      </dgm:t>
    </dgm:pt>
    <dgm:pt modelId="{4AAE56E5-A44B-4457-BA39-89D092B7A99F}" type="pres">
      <dgm:prSet presAssocID="{FD518789-582C-462F-BD83-60A6B9F079FB}" presName="connectorText" presStyleLbl="sibTrans2D1" presStyleIdx="0" presStyleCnt="5"/>
      <dgm:spPr/>
      <dgm:t>
        <a:bodyPr/>
        <a:lstStyle/>
        <a:p>
          <a:endParaRPr lang="en-US"/>
        </a:p>
      </dgm:t>
    </dgm:pt>
    <dgm:pt modelId="{2BA4BD11-FD0F-4F44-8D4A-721EF249DEFA}" type="pres">
      <dgm:prSet presAssocID="{8F8433D3-2D80-42D4-8B15-3BA5EC6F1C10}" presName="node" presStyleLbl="node1" presStyleIdx="1" presStyleCnt="6" custScaleX="107379" custScaleY="74827">
        <dgm:presLayoutVars>
          <dgm:bulletEnabled val="1"/>
        </dgm:presLayoutVars>
      </dgm:prSet>
      <dgm:spPr/>
      <dgm:t>
        <a:bodyPr/>
        <a:lstStyle/>
        <a:p>
          <a:endParaRPr lang="en-US"/>
        </a:p>
      </dgm:t>
    </dgm:pt>
    <dgm:pt modelId="{28FC8FCB-5EEC-4779-A996-5925B91E55E4}" type="pres">
      <dgm:prSet presAssocID="{DBAA042B-0C87-46A7-BD6B-064632D83E63}" presName="sibTrans" presStyleLbl="sibTrans2D1" presStyleIdx="1" presStyleCnt="5"/>
      <dgm:spPr/>
      <dgm:t>
        <a:bodyPr/>
        <a:lstStyle/>
        <a:p>
          <a:endParaRPr lang="en-US"/>
        </a:p>
      </dgm:t>
    </dgm:pt>
    <dgm:pt modelId="{B581F653-3399-4682-AEF9-7BD6DA921400}" type="pres">
      <dgm:prSet presAssocID="{DBAA042B-0C87-46A7-BD6B-064632D83E63}" presName="connectorText" presStyleLbl="sibTrans2D1" presStyleIdx="1" presStyleCnt="5"/>
      <dgm:spPr/>
      <dgm:t>
        <a:bodyPr/>
        <a:lstStyle/>
        <a:p>
          <a:endParaRPr lang="en-US"/>
        </a:p>
      </dgm:t>
    </dgm:pt>
    <dgm:pt modelId="{FE3F0E1B-4D80-4B3B-9CD6-A91957B2B290}" type="pres">
      <dgm:prSet presAssocID="{74E516E2-C420-46ED-9161-3915CA8FD9F8}" presName="node" presStyleLbl="node1" presStyleIdx="2" presStyleCnt="6" custScaleX="107980" custScaleY="83083" custLinFactNeighborX="29" custLinFactNeighborY="6167">
        <dgm:presLayoutVars>
          <dgm:bulletEnabled val="1"/>
        </dgm:presLayoutVars>
      </dgm:prSet>
      <dgm:spPr/>
      <dgm:t>
        <a:bodyPr/>
        <a:lstStyle/>
        <a:p>
          <a:endParaRPr lang="en-US"/>
        </a:p>
      </dgm:t>
    </dgm:pt>
    <dgm:pt modelId="{2C91D9B9-F931-42E6-8C33-BD5E04C15A24}" type="pres">
      <dgm:prSet presAssocID="{B7E93557-F9E2-438F-B9C7-1044A231E3EE}" presName="sibTrans" presStyleLbl="sibTrans2D1" presStyleIdx="2" presStyleCnt="5"/>
      <dgm:spPr/>
      <dgm:t>
        <a:bodyPr/>
        <a:lstStyle/>
        <a:p>
          <a:endParaRPr lang="en-US"/>
        </a:p>
      </dgm:t>
    </dgm:pt>
    <dgm:pt modelId="{A51C37F3-56DD-49E2-88B1-C0EF51DAEA7A}" type="pres">
      <dgm:prSet presAssocID="{B7E93557-F9E2-438F-B9C7-1044A231E3EE}" presName="connectorText" presStyleLbl="sibTrans2D1" presStyleIdx="2" presStyleCnt="5"/>
      <dgm:spPr/>
      <dgm:t>
        <a:bodyPr/>
        <a:lstStyle/>
        <a:p>
          <a:endParaRPr lang="en-US"/>
        </a:p>
      </dgm:t>
    </dgm:pt>
    <dgm:pt modelId="{592FDF2E-C24E-4560-A3C8-9EEA2687079E}" type="pres">
      <dgm:prSet presAssocID="{1D6604A4-76A0-4A6A-A4B8-63A8FF6D7ED8}" presName="node" presStyleLbl="node1" presStyleIdx="3" presStyleCnt="6" custScaleX="107379">
        <dgm:presLayoutVars>
          <dgm:bulletEnabled val="1"/>
        </dgm:presLayoutVars>
      </dgm:prSet>
      <dgm:spPr/>
      <dgm:t>
        <a:bodyPr/>
        <a:lstStyle/>
        <a:p>
          <a:endParaRPr lang="en-US"/>
        </a:p>
      </dgm:t>
    </dgm:pt>
    <dgm:pt modelId="{A5681A7B-2F5A-4682-A0CB-F96A1AD6D583}" type="pres">
      <dgm:prSet presAssocID="{B2A14187-DE17-47F3-8768-3328AED75201}" presName="sibTrans" presStyleLbl="sibTrans2D1" presStyleIdx="3" presStyleCnt="5"/>
      <dgm:spPr/>
      <dgm:t>
        <a:bodyPr/>
        <a:lstStyle/>
        <a:p>
          <a:endParaRPr lang="en-US"/>
        </a:p>
      </dgm:t>
    </dgm:pt>
    <dgm:pt modelId="{D744B7A7-FE5C-465F-91A6-4CB4D1D3CEC4}" type="pres">
      <dgm:prSet presAssocID="{B2A14187-DE17-47F3-8768-3328AED75201}" presName="connectorText" presStyleLbl="sibTrans2D1" presStyleIdx="3" presStyleCnt="5"/>
      <dgm:spPr/>
      <dgm:t>
        <a:bodyPr/>
        <a:lstStyle/>
        <a:p>
          <a:endParaRPr lang="en-US"/>
        </a:p>
      </dgm:t>
    </dgm:pt>
    <dgm:pt modelId="{643C90E1-6F28-4312-9446-C93F8ED5BBCB}" type="pres">
      <dgm:prSet presAssocID="{84729C77-A180-4310-9FBF-4B5DD4338674}" presName="node" presStyleLbl="node1" presStyleIdx="4" presStyleCnt="6" custScaleX="108623">
        <dgm:presLayoutVars>
          <dgm:bulletEnabled val="1"/>
        </dgm:presLayoutVars>
      </dgm:prSet>
      <dgm:spPr/>
      <dgm:t>
        <a:bodyPr/>
        <a:lstStyle/>
        <a:p>
          <a:endParaRPr lang="en-US"/>
        </a:p>
      </dgm:t>
    </dgm:pt>
    <dgm:pt modelId="{4E01C121-1B5B-4B62-BB93-E307A080638A}" type="pres">
      <dgm:prSet presAssocID="{8E126C0C-35BC-43BD-8265-046E63047CF9}" presName="sibTrans" presStyleLbl="sibTrans2D1" presStyleIdx="4" presStyleCnt="5"/>
      <dgm:spPr/>
      <dgm:t>
        <a:bodyPr/>
        <a:lstStyle/>
        <a:p>
          <a:endParaRPr lang="en-US"/>
        </a:p>
      </dgm:t>
    </dgm:pt>
    <dgm:pt modelId="{2D3E8E01-41B9-4097-B74D-3FEE44602B66}" type="pres">
      <dgm:prSet presAssocID="{8E126C0C-35BC-43BD-8265-046E63047CF9}" presName="connectorText" presStyleLbl="sibTrans2D1" presStyleIdx="4" presStyleCnt="5"/>
      <dgm:spPr/>
      <dgm:t>
        <a:bodyPr/>
        <a:lstStyle/>
        <a:p>
          <a:endParaRPr lang="en-US"/>
        </a:p>
      </dgm:t>
    </dgm:pt>
    <dgm:pt modelId="{B1F76104-E6CA-4B3F-9F36-5DD5805FC476}" type="pres">
      <dgm:prSet presAssocID="{E792E788-4051-4407-8826-C33D1F405251}" presName="node" presStyleLbl="node1" presStyleIdx="5" presStyleCnt="6" custScaleX="108623">
        <dgm:presLayoutVars>
          <dgm:bulletEnabled val="1"/>
        </dgm:presLayoutVars>
      </dgm:prSet>
      <dgm:spPr/>
      <dgm:t>
        <a:bodyPr/>
        <a:lstStyle/>
        <a:p>
          <a:endParaRPr lang="en-US"/>
        </a:p>
      </dgm:t>
    </dgm:pt>
  </dgm:ptLst>
  <dgm:cxnLst>
    <dgm:cxn modelId="{BFAF51F2-BF34-4DE7-9E96-F0B11D850881}" srcId="{D8427406-5DC6-4125-B0BC-517C33F3224C}" destId="{8F8433D3-2D80-42D4-8B15-3BA5EC6F1C10}" srcOrd="1" destOrd="0" parTransId="{F4109417-695A-400B-836A-A86F35330800}" sibTransId="{DBAA042B-0C87-46A7-BD6B-064632D83E63}"/>
    <dgm:cxn modelId="{32CC6E32-2B6C-4CC6-A6E1-43525CBFC7E8}" srcId="{D8427406-5DC6-4125-B0BC-517C33F3224C}" destId="{84729C77-A180-4310-9FBF-4B5DD4338674}" srcOrd="4" destOrd="0" parTransId="{F9ECB52D-34FA-4A3B-8CDA-8E50D8702165}" sibTransId="{8E126C0C-35BC-43BD-8265-046E63047CF9}"/>
    <dgm:cxn modelId="{63A0379E-BACF-411B-AB37-3323D0B16441}" type="presOf" srcId="{B7E93557-F9E2-438F-B9C7-1044A231E3EE}" destId="{A51C37F3-56DD-49E2-88B1-C0EF51DAEA7A}" srcOrd="1" destOrd="0" presId="urn:microsoft.com/office/officeart/2005/8/layout/process2"/>
    <dgm:cxn modelId="{D269B2E9-84A2-41AC-B9AA-C9D9B60AADD2}" type="presOf" srcId="{1D6604A4-76A0-4A6A-A4B8-63A8FF6D7ED8}" destId="{592FDF2E-C24E-4560-A3C8-9EEA2687079E}" srcOrd="0" destOrd="0" presId="urn:microsoft.com/office/officeart/2005/8/layout/process2"/>
    <dgm:cxn modelId="{2B477CCC-62C6-4640-B730-EFF29DD565CE}" type="presOf" srcId="{8E126C0C-35BC-43BD-8265-046E63047CF9}" destId="{4E01C121-1B5B-4B62-BB93-E307A080638A}" srcOrd="0" destOrd="0" presId="urn:microsoft.com/office/officeart/2005/8/layout/process2"/>
    <dgm:cxn modelId="{3A1EFA3A-EF47-4C54-9801-C81FA94F11CD}" type="presOf" srcId="{DBAA042B-0C87-46A7-BD6B-064632D83E63}" destId="{28FC8FCB-5EEC-4779-A996-5925B91E55E4}" srcOrd="0" destOrd="0" presId="urn:microsoft.com/office/officeart/2005/8/layout/process2"/>
    <dgm:cxn modelId="{9CAD3352-085B-4979-8891-20219D049868}" type="presOf" srcId="{FD518789-582C-462F-BD83-60A6B9F079FB}" destId="{6712D08C-E634-4285-BFF0-067CC20F80F5}" srcOrd="0" destOrd="0" presId="urn:microsoft.com/office/officeart/2005/8/layout/process2"/>
    <dgm:cxn modelId="{ADE706F3-6A26-465D-A4BC-D7DB143F2A1E}" type="presOf" srcId="{B2A14187-DE17-47F3-8768-3328AED75201}" destId="{D744B7A7-FE5C-465F-91A6-4CB4D1D3CEC4}" srcOrd="1" destOrd="0" presId="urn:microsoft.com/office/officeart/2005/8/layout/process2"/>
    <dgm:cxn modelId="{F90EAD9D-59E2-4CF1-8C76-D4E21368FB6A}" type="presOf" srcId="{FD518789-582C-462F-BD83-60A6B9F079FB}" destId="{4AAE56E5-A44B-4457-BA39-89D092B7A99F}" srcOrd="1" destOrd="0" presId="urn:microsoft.com/office/officeart/2005/8/layout/process2"/>
    <dgm:cxn modelId="{BBDC056C-A491-4EB8-912E-206DFC95A302}" srcId="{D8427406-5DC6-4125-B0BC-517C33F3224C}" destId="{E792E788-4051-4407-8826-C33D1F405251}" srcOrd="5" destOrd="0" parTransId="{A7D35289-7784-43C6-9E50-8D6EFB4AA76A}" sibTransId="{D27873A1-AA39-4E95-A12E-930074C5B0F8}"/>
    <dgm:cxn modelId="{85CC579A-5147-442A-AF0F-ED9F66225D3A}" type="presOf" srcId="{8F8433D3-2D80-42D4-8B15-3BA5EC6F1C10}" destId="{2BA4BD11-FD0F-4F44-8D4A-721EF249DEFA}" srcOrd="0" destOrd="0" presId="urn:microsoft.com/office/officeart/2005/8/layout/process2"/>
    <dgm:cxn modelId="{ED20D4D9-348D-49E9-8542-274C417F18C4}" srcId="{D8427406-5DC6-4125-B0BC-517C33F3224C}" destId="{74E516E2-C420-46ED-9161-3915CA8FD9F8}" srcOrd="2" destOrd="0" parTransId="{E3B08EAF-3CF4-458F-8617-851351A4EBF8}" sibTransId="{B7E93557-F9E2-438F-B9C7-1044A231E3EE}"/>
    <dgm:cxn modelId="{3A733A5F-8A4E-42C2-964C-6A17222CADB3}" type="presOf" srcId="{B7E93557-F9E2-438F-B9C7-1044A231E3EE}" destId="{2C91D9B9-F931-42E6-8C33-BD5E04C15A24}" srcOrd="0" destOrd="0" presId="urn:microsoft.com/office/officeart/2005/8/layout/process2"/>
    <dgm:cxn modelId="{06557E09-2A87-4DA2-8F91-F271566F4823}" type="presOf" srcId="{E792E788-4051-4407-8826-C33D1F405251}" destId="{B1F76104-E6CA-4B3F-9F36-5DD5805FC476}" srcOrd="0" destOrd="0" presId="urn:microsoft.com/office/officeart/2005/8/layout/process2"/>
    <dgm:cxn modelId="{8DF10AB2-C999-4EBA-A841-0344C221D878}" srcId="{D8427406-5DC6-4125-B0BC-517C33F3224C}" destId="{1731F830-AB6D-43C1-8E47-0F19E0BFF9D8}" srcOrd="0" destOrd="0" parTransId="{B7CA92D8-807D-46CB-9A90-803229A70D11}" sibTransId="{FD518789-582C-462F-BD83-60A6B9F079FB}"/>
    <dgm:cxn modelId="{A06E43BA-8E78-4998-9408-4491D3FCF044}" type="presOf" srcId="{DBAA042B-0C87-46A7-BD6B-064632D83E63}" destId="{B581F653-3399-4682-AEF9-7BD6DA921400}" srcOrd="1" destOrd="0" presId="urn:microsoft.com/office/officeart/2005/8/layout/process2"/>
    <dgm:cxn modelId="{094D84AB-B32A-416E-B337-96277C11D49E}" type="presOf" srcId="{B2A14187-DE17-47F3-8768-3328AED75201}" destId="{A5681A7B-2F5A-4682-A0CB-F96A1AD6D583}" srcOrd="0" destOrd="0" presId="urn:microsoft.com/office/officeart/2005/8/layout/process2"/>
    <dgm:cxn modelId="{CD4D43BB-6482-4D04-A6FD-3C3E6A6560E9}" type="presOf" srcId="{1731F830-AB6D-43C1-8E47-0F19E0BFF9D8}" destId="{A26CC962-BF72-478D-9622-BA5F76997E0E}" srcOrd="0" destOrd="0" presId="urn:microsoft.com/office/officeart/2005/8/layout/process2"/>
    <dgm:cxn modelId="{DAD201D6-9E4B-4E33-9B2B-F75C7829D8EC}" type="presOf" srcId="{8E126C0C-35BC-43BD-8265-046E63047CF9}" destId="{2D3E8E01-41B9-4097-B74D-3FEE44602B66}" srcOrd="1" destOrd="0" presId="urn:microsoft.com/office/officeart/2005/8/layout/process2"/>
    <dgm:cxn modelId="{E862E560-774A-4237-82DB-E91B2905C20E}" type="presOf" srcId="{74E516E2-C420-46ED-9161-3915CA8FD9F8}" destId="{FE3F0E1B-4D80-4B3B-9CD6-A91957B2B290}" srcOrd="0" destOrd="0" presId="urn:microsoft.com/office/officeart/2005/8/layout/process2"/>
    <dgm:cxn modelId="{8F6AF3AB-D84E-4743-93FB-1AE8470A8A47}" type="presOf" srcId="{D8427406-5DC6-4125-B0BC-517C33F3224C}" destId="{EB83FDFE-9A7D-43F0-94CD-AEC209595FD2}" srcOrd="0" destOrd="0" presId="urn:microsoft.com/office/officeart/2005/8/layout/process2"/>
    <dgm:cxn modelId="{58EC5106-500D-4454-B03F-FBFC2CE2F6B8}" srcId="{D8427406-5DC6-4125-B0BC-517C33F3224C}" destId="{1D6604A4-76A0-4A6A-A4B8-63A8FF6D7ED8}" srcOrd="3" destOrd="0" parTransId="{60081094-E12B-4004-AB48-586FE51556F0}" sibTransId="{B2A14187-DE17-47F3-8768-3328AED75201}"/>
    <dgm:cxn modelId="{75704B73-C330-4E2F-B423-BC3C205E2862}" type="presOf" srcId="{84729C77-A180-4310-9FBF-4B5DD4338674}" destId="{643C90E1-6F28-4312-9446-C93F8ED5BBCB}" srcOrd="0" destOrd="0" presId="urn:microsoft.com/office/officeart/2005/8/layout/process2"/>
    <dgm:cxn modelId="{62FC4F5C-63ED-42FA-B424-A403BDEF3D2B}" type="presParOf" srcId="{EB83FDFE-9A7D-43F0-94CD-AEC209595FD2}" destId="{A26CC962-BF72-478D-9622-BA5F76997E0E}" srcOrd="0" destOrd="0" presId="urn:microsoft.com/office/officeart/2005/8/layout/process2"/>
    <dgm:cxn modelId="{F6B91277-E42E-4515-9008-D72E8C95E4BB}" type="presParOf" srcId="{EB83FDFE-9A7D-43F0-94CD-AEC209595FD2}" destId="{6712D08C-E634-4285-BFF0-067CC20F80F5}" srcOrd="1" destOrd="0" presId="urn:microsoft.com/office/officeart/2005/8/layout/process2"/>
    <dgm:cxn modelId="{0B34802B-7A57-424D-83A2-BCB5D4B6068C}" type="presParOf" srcId="{6712D08C-E634-4285-BFF0-067CC20F80F5}" destId="{4AAE56E5-A44B-4457-BA39-89D092B7A99F}" srcOrd="0" destOrd="0" presId="urn:microsoft.com/office/officeart/2005/8/layout/process2"/>
    <dgm:cxn modelId="{B541DF4A-1B88-4581-87C1-0CD0EB61208B}" type="presParOf" srcId="{EB83FDFE-9A7D-43F0-94CD-AEC209595FD2}" destId="{2BA4BD11-FD0F-4F44-8D4A-721EF249DEFA}" srcOrd="2" destOrd="0" presId="urn:microsoft.com/office/officeart/2005/8/layout/process2"/>
    <dgm:cxn modelId="{6011B47A-4E59-4DCA-AD3C-4EF83F8FEF7C}" type="presParOf" srcId="{EB83FDFE-9A7D-43F0-94CD-AEC209595FD2}" destId="{28FC8FCB-5EEC-4779-A996-5925B91E55E4}" srcOrd="3" destOrd="0" presId="urn:microsoft.com/office/officeart/2005/8/layout/process2"/>
    <dgm:cxn modelId="{37D0B832-FD1A-4F0E-95D2-665CB82AD0F4}" type="presParOf" srcId="{28FC8FCB-5EEC-4779-A996-5925B91E55E4}" destId="{B581F653-3399-4682-AEF9-7BD6DA921400}" srcOrd="0" destOrd="0" presId="urn:microsoft.com/office/officeart/2005/8/layout/process2"/>
    <dgm:cxn modelId="{35EBF8B5-94CC-4961-B4B6-1F7E124F7267}" type="presParOf" srcId="{EB83FDFE-9A7D-43F0-94CD-AEC209595FD2}" destId="{FE3F0E1B-4D80-4B3B-9CD6-A91957B2B290}" srcOrd="4" destOrd="0" presId="urn:microsoft.com/office/officeart/2005/8/layout/process2"/>
    <dgm:cxn modelId="{531AB4E4-AFCF-493E-ADD4-FD3A4C01007F}" type="presParOf" srcId="{EB83FDFE-9A7D-43F0-94CD-AEC209595FD2}" destId="{2C91D9B9-F931-42E6-8C33-BD5E04C15A24}" srcOrd="5" destOrd="0" presId="urn:microsoft.com/office/officeart/2005/8/layout/process2"/>
    <dgm:cxn modelId="{74EA9953-537B-461B-A7E4-2820918F8632}" type="presParOf" srcId="{2C91D9B9-F931-42E6-8C33-BD5E04C15A24}" destId="{A51C37F3-56DD-49E2-88B1-C0EF51DAEA7A}" srcOrd="0" destOrd="0" presId="urn:microsoft.com/office/officeart/2005/8/layout/process2"/>
    <dgm:cxn modelId="{115C20DA-5556-4327-9E37-D8774EC7A668}" type="presParOf" srcId="{EB83FDFE-9A7D-43F0-94CD-AEC209595FD2}" destId="{592FDF2E-C24E-4560-A3C8-9EEA2687079E}" srcOrd="6" destOrd="0" presId="urn:microsoft.com/office/officeart/2005/8/layout/process2"/>
    <dgm:cxn modelId="{9412C83C-AAA4-4B99-B02F-3297B8A65A41}" type="presParOf" srcId="{EB83FDFE-9A7D-43F0-94CD-AEC209595FD2}" destId="{A5681A7B-2F5A-4682-A0CB-F96A1AD6D583}" srcOrd="7" destOrd="0" presId="urn:microsoft.com/office/officeart/2005/8/layout/process2"/>
    <dgm:cxn modelId="{335AED8D-4323-480B-8C00-B70E51D67905}" type="presParOf" srcId="{A5681A7B-2F5A-4682-A0CB-F96A1AD6D583}" destId="{D744B7A7-FE5C-465F-91A6-4CB4D1D3CEC4}" srcOrd="0" destOrd="0" presId="urn:microsoft.com/office/officeart/2005/8/layout/process2"/>
    <dgm:cxn modelId="{BF83EE03-A8ED-4FF8-B331-FA3F5AB009EB}" type="presParOf" srcId="{EB83FDFE-9A7D-43F0-94CD-AEC209595FD2}" destId="{643C90E1-6F28-4312-9446-C93F8ED5BBCB}" srcOrd="8" destOrd="0" presId="urn:microsoft.com/office/officeart/2005/8/layout/process2"/>
    <dgm:cxn modelId="{858AD635-0F12-4871-83C7-23EC5163D65B}" type="presParOf" srcId="{EB83FDFE-9A7D-43F0-94CD-AEC209595FD2}" destId="{4E01C121-1B5B-4B62-BB93-E307A080638A}" srcOrd="9" destOrd="0" presId="urn:microsoft.com/office/officeart/2005/8/layout/process2"/>
    <dgm:cxn modelId="{5CC80357-3B56-4894-A5F9-458069D4CCAD}" type="presParOf" srcId="{4E01C121-1B5B-4B62-BB93-E307A080638A}" destId="{2D3E8E01-41B9-4097-B74D-3FEE44602B66}" srcOrd="0" destOrd="0" presId="urn:microsoft.com/office/officeart/2005/8/layout/process2"/>
    <dgm:cxn modelId="{C73CD2E8-EB56-4C87-9284-A284EC8D01A5}" type="presParOf" srcId="{EB83FDFE-9A7D-43F0-94CD-AEC209595FD2}" destId="{B1F76104-E6CA-4B3F-9F36-5DD5805FC476}" srcOrd="10" destOrd="0" presId="urn:microsoft.com/office/officeart/2005/8/layout/process2"/>
  </dgm:cxnLst>
  <dgm:bg/>
  <dgm:whole/>
</dgm:dataModel>
</file>

<file path=ppt/diagrams/data2.xml><?xml version="1.0" encoding="utf-8"?>
<dgm:dataModel xmlns:dgm="http://schemas.openxmlformats.org/drawingml/2006/diagram" xmlns:a="http://schemas.openxmlformats.org/drawingml/2006/main">
  <dgm:ptLst>
    <dgm:pt modelId="{D8427406-5DC6-4125-B0BC-517C33F3224C}" type="doc">
      <dgm:prSet loTypeId="urn:microsoft.com/office/officeart/2005/8/layout/process2" loCatId="process" qsTypeId="urn:microsoft.com/office/officeart/2005/8/quickstyle/simple1" qsCatId="simple" csTypeId="urn:microsoft.com/office/officeart/2005/8/colors/accent1_2" csCatId="accent1" phldr="1"/>
      <dgm:spPr/>
    </dgm:pt>
    <dgm:pt modelId="{1731F830-AB6D-43C1-8E47-0F19E0BFF9D8}">
      <dgm:prSet phldrT="[Text]" custT="1"/>
      <dgm:spPr/>
      <dgm:t>
        <a:bodyPr/>
        <a:lstStyle/>
        <a:p>
          <a:r>
            <a:rPr lang="en-US" sz="2000" dirty="0" smtClean="0"/>
            <a:t>Character Set</a:t>
          </a:r>
          <a:endParaRPr lang="en-US" sz="2000" dirty="0"/>
        </a:p>
      </dgm:t>
    </dgm:pt>
    <dgm:pt modelId="{B7CA92D8-807D-46CB-9A90-803229A70D11}" type="parTrans" cxnId="{8DF10AB2-C999-4EBA-A841-0344C221D878}">
      <dgm:prSet/>
      <dgm:spPr/>
      <dgm:t>
        <a:bodyPr/>
        <a:lstStyle/>
        <a:p>
          <a:endParaRPr lang="en-US"/>
        </a:p>
      </dgm:t>
    </dgm:pt>
    <dgm:pt modelId="{FD518789-582C-462F-BD83-60A6B9F079FB}" type="sibTrans" cxnId="{8DF10AB2-C999-4EBA-A841-0344C221D878}">
      <dgm:prSet/>
      <dgm:spPr/>
      <dgm:t>
        <a:bodyPr/>
        <a:lstStyle/>
        <a:p>
          <a:endParaRPr lang="en-US"/>
        </a:p>
      </dgm:t>
    </dgm:pt>
    <dgm:pt modelId="{8F8433D3-2D80-42D4-8B15-3BA5EC6F1C10}">
      <dgm:prSet phldrT="[Text]" custT="1"/>
      <dgm:spPr/>
      <dgm:t>
        <a:bodyPr/>
        <a:lstStyle/>
        <a:p>
          <a:r>
            <a:rPr lang="en-US" sz="2000" dirty="0" smtClean="0"/>
            <a:t>Token</a:t>
          </a:r>
          <a:endParaRPr lang="en-US" sz="2000" dirty="0"/>
        </a:p>
      </dgm:t>
    </dgm:pt>
    <dgm:pt modelId="{F4109417-695A-400B-836A-A86F35330800}" type="parTrans" cxnId="{BFAF51F2-BF34-4DE7-9E96-F0B11D850881}">
      <dgm:prSet/>
      <dgm:spPr/>
      <dgm:t>
        <a:bodyPr/>
        <a:lstStyle/>
        <a:p>
          <a:endParaRPr lang="en-US"/>
        </a:p>
      </dgm:t>
    </dgm:pt>
    <dgm:pt modelId="{DBAA042B-0C87-46A7-BD6B-064632D83E63}" type="sibTrans" cxnId="{BFAF51F2-BF34-4DE7-9E96-F0B11D850881}">
      <dgm:prSet/>
      <dgm:spPr/>
      <dgm:t>
        <a:bodyPr/>
        <a:lstStyle/>
        <a:p>
          <a:endParaRPr lang="en-US"/>
        </a:p>
      </dgm:t>
    </dgm:pt>
    <dgm:pt modelId="{74E516E2-C420-46ED-9161-3915CA8FD9F8}">
      <dgm:prSet phldrT="[Text]" custT="1"/>
      <dgm:spPr/>
      <dgm:t>
        <a:bodyPr/>
        <a:lstStyle/>
        <a:p>
          <a:r>
            <a:rPr lang="en-US" sz="2000" dirty="0" smtClean="0"/>
            <a:t>Statement/             Set of Token</a:t>
          </a:r>
          <a:endParaRPr lang="en-US" sz="2000" dirty="0"/>
        </a:p>
      </dgm:t>
    </dgm:pt>
    <dgm:pt modelId="{E3B08EAF-3CF4-458F-8617-851351A4EBF8}" type="parTrans" cxnId="{ED20D4D9-348D-49E9-8542-274C417F18C4}">
      <dgm:prSet/>
      <dgm:spPr/>
      <dgm:t>
        <a:bodyPr/>
        <a:lstStyle/>
        <a:p>
          <a:endParaRPr lang="en-US"/>
        </a:p>
      </dgm:t>
    </dgm:pt>
    <dgm:pt modelId="{B7E93557-F9E2-438F-B9C7-1044A231E3EE}" type="sibTrans" cxnId="{ED20D4D9-348D-49E9-8542-274C417F18C4}">
      <dgm:prSet/>
      <dgm:spPr/>
      <dgm:t>
        <a:bodyPr/>
        <a:lstStyle/>
        <a:p>
          <a:endParaRPr lang="en-US"/>
        </a:p>
      </dgm:t>
    </dgm:pt>
    <dgm:pt modelId="{4B7FDE25-1A83-4830-B787-C5E1064B375D}">
      <dgm:prSet phldrT="[Text]" custT="1"/>
      <dgm:spPr/>
      <dgm:t>
        <a:bodyPr/>
        <a:lstStyle/>
        <a:p>
          <a:r>
            <a:rPr lang="en-US" sz="2000" dirty="0" smtClean="0"/>
            <a:t>Function</a:t>
          </a:r>
          <a:endParaRPr lang="en-US" sz="2000" dirty="0"/>
        </a:p>
      </dgm:t>
    </dgm:pt>
    <dgm:pt modelId="{95D0AB42-F624-4DC3-9D73-7E4BC576E6AD}" type="parTrans" cxnId="{916B476F-21C3-4736-AB92-09B223036AC4}">
      <dgm:prSet/>
      <dgm:spPr/>
      <dgm:t>
        <a:bodyPr/>
        <a:lstStyle/>
        <a:p>
          <a:endParaRPr lang="en-US"/>
        </a:p>
      </dgm:t>
    </dgm:pt>
    <dgm:pt modelId="{BB5EF5F1-C165-4CFA-8247-BA7C919E030A}" type="sibTrans" cxnId="{916B476F-21C3-4736-AB92-09B223036AC4}">
      <dgm:prSet/>
      <dgm:spPr/>
      <dgm:t>
        <a:bodyPr/>
        <a:lstStyle/>
        <a:p>
          <a:endParaRPr lang="en-US"/>
        </a:p>
      </dgm:t>
    </dgm:pt>
    <dgm:pt modelId="{F14848DD-0313-4072-B66B-99AF27A819FD}">
      <dgm:prSet phldrT="[Text]" custT="1"/>
      <dgm:spPr/>
      <dgm:t>
        <a:bodyPr/>
        <a:lstStyle/>
        <a:p>
          <a:r>
            <a:rPr lang="en-US" sz="2000" dirty="0" smtClean="0"/>
            <a:t>File</a:t>
          </a:r>
          <a:endParaRPr lang="en-US" sz="2000" dirty="0"/>
        </a:p>
      </dgm:t>
    </dgm:pt>
    <dgm:pt modelId="{86722A7A-8E7D-49BF-8CAD-59561BF4F7C4}" type="parTrans" cxnId="{87F1DC2A-FFE8-4951-9D72-A445F4AD43D7}">
      <dgm:prSet/>
      <dgm:spPr/>
      <dgm:t>
        <a:bodyPr/>
        <a:lstStyle/>
        <a:p>
          <a:endParaRPr lang="en-US"/>
        </a:p>
      </dgm:t>
    </dgm:pt>
    <dgm:pt modelId="{41C56BCF-8FE1-4511-9033-45038B865EB9}" type="sibTrans" cxnId="{87F1DC2A-FFE8-4951-9D72-A445F4AD43D7}">
      <dgm:prSet/>
      <dgm:spPr/>
      <dgm:t>
        <a:bodyPr/>
        <a:lstStyle/>
        <a:p>
          <a:endParaRPr lang="en-US"/>
        </a:p>
      </dgm:t>
    </dgm:pt>
    <dgm:pt modelId="{58E4E0D1-D41C-4BEE-96D3-DF31169C2A7E}">
      <dgm:prSet phldrT="[Text]" custT="1"/>
      <dgm:spPr/>
      <dgm:t>
        <a:bodyPr/>
        <a:lstStyle/>
        <a:p>
          <a:r>
            <a:rPr lang="en-US" sz="2000" dirty="0" smtClean="0"/>
            <a:t>Project</a:t>
          </a:r>
          <a:endParaRPr lang="en-US" sz="2000" dirty="0"/>
        </a:p>
      </dgm:t>
    </dgm:pt>
    <dgm:pt modelId="{8B0A2F5B-D04D-4DC6-85BB-3EF18EECDFF0}" type="parTrans" cxnId="{A23AFD5D-6CAA-4FFC-8A9A-7B1330BE3015}">
      <dgm:prSet/>
      <dgm:spPr/>
      <dgm:t>
        <a:bodyPr/>
        <a:lstStyle/>
        <a:p>
          <a:endParaRPr lang="en-US"/>
        </a:p>
      </dgm:t>
    </dgm:pt>
    <dgm:pt modelId="{0504270F-67DE-4A93-860F-A2BEDB53B2E5}" type="sibTrans" cxnId="{A23AFD5D-6CAA-4FFC-8A9A-7B1330BE3015}">
      <dgm:prSet/>
      <dgm:spPr/>
      <dgm:t>
        <a:bodyPr/>
        <a:lstStyle/>
        <a:p>
          <a:endParaRPr lang="en-US"/>
        </a:p>
      </dgm:t>
    </dgm:pt>
    <dgm:pt modelId="{EB83FDFE-9A7D-43F0-94CD-AEC209595FD2}" type="pres">
      <dgm:prSet presAssocID="{D8427406-5DC6-4125-B0BC-517C33F3224C}" presName="linearFlow" presStyleCnt="0">
        <dgm:presLayoutVars>
          <dgm:resizeHandles val="exact"/>
        </dgm:presLayoutVars>
      </dgm:prSet>
      <dgm:spPr/>
    </dgm:pt>
    <dgm:pt modelId="{A26CC962-BF72-478D-9622-BA5F76997E0E}" type="pres">
      <dgm:prSet presAssocID="{1731F830-AB6D-43C1-8E47-0F19E0BFF9D8}" presName="node" presStyleLbl="node1" presStyleIdx="0" presStyleCnt="6" custAng="0" custScaleX="86691" custScaleY="80926" custLinFactNeighborX="-2596" custLinFactNeighborY="-269">
        <dgm:presLayoutVars>
          <dgm:bulletEnabled val="1"/>
        </dgm:presLayoutVars>
      </dgm:prSet>
      <dgm:spPr/>
      <dgm:t>
        <a:bodyPr/>
        <a:lstStyle/>
        <a:p>
          <a:endParaRPr lang="en-US"/>
        </a:p>
      </dgm:t>
    </dgm:pt>
    <dgm:pt modelId="{6712D08C-E634-4285-BFF0-067CC20F80F5}" type="pres">
      <dgm:prSet presAssocID="{FD518789-582C-462F-BD83-60A6B9F079FB}" presName="sibTrans" presStyleLbl="sibTrans2D1" presStyleIdx="0" presStyleCnt="5"/>
      <dgm:spPr/>
      <dgm:t>
        <a:bodyPr/>
        <a:lstStyle/>
        <a:p>
          <a:endParaRPr lang="en-US"/>
        </a:p>
      </dgm:t>
    </dgm:pt>
    <dgm:pt modelId="{4AAE56E5-A44B-4457-BA39-89D092B7A99F}" type="pres">
      <dgm:prSet presAssocID="{FD518789-582C-462F-BD83-60A6B9F079FB}" presName="connectorText" presStyleLbl="sibTrans2D1" presStyleIdx="0" presStyleCnt="5"/>
      <dgm:spPr/>
      <dgm:t>
        <a:bodyPr/>
        <a:lstStyle/>
        <a:p>
          <a:endParaRPr lang="en-US"/>
        </a:p>
      </dgm:t>
    </dgm:pt>
    <dgm:pt modelId="{2BA4BD11-FD0F-4F44-8D4A-721EF249DEFA}" type="pres">
      <dgm:prSet presAssocID="{8F8433D3-2D80-42D4-8B15-3BA5EC6F1C10}" presName="node" presStyleLbl="node1" presStyleIdx="1" presStyleCnt="6" custScaleX="86242" custScaleY="93397">
        <dgm:presLayoutVars>
          <dgm:bulletEnabled val="1"/>
        </dgm:presLayoutVars>
      </dgm:prSet>
      <dgm:spPr/>
      <dgm:t>
        <a:bodyPr/>
        <a:lstStyle/>
        <a:p>
          <a:endParaRPr lang="en-US"/>
        </a:p>
      </dgm:t>
    </dgm:pt>
    <dgm:pt modelId="{28FC8FCB-5EEC-4779-A996-5925B91E55E4}" type="pres">
      <dgm:prSet presAssocID="{DBAA042B-0C87-46A7-BD6B-064632D83E63}" presName="sibTrans" presStyleLbl="sibTrans2D1" presStyleIdx="1" presStyleCnt="5"/>
      <dgm:spPr/>
      <dgm:t>
        <a:bodyPr/>
        <a:lstStyle/>
        <a:p>
          <a:endParaRPr lang="en-US"/>
        </a:p>
      </dgm:t>
    </dgm:pt>
    <dgm:pt modelId="{B581F653-3399-4682-AEF9-7BD6DA921400}" type="pres">
      <dgm:prSet presAssocID="{DBAA042B-0C87-46A7-BD6B-064632D83E63}" presName="connectorText" presStyleLbl="sibTrans2D1" presStyleIdx="1" presStyleCnt="5"/>
      <dgm:spPr/>
      <dgm:t>
        <a:bodyPr/>
        <a:lstStyle/>
        <a:p>
          <a:endParaRPr lang="en-US"/>
        </a:p>
      </dgm:t>
    </dgm:pt>
    <dgm:pt modelId="{FE3F0E1B-4D80-4B3B-9CD6-A91957B2B290}" type="pres">
      <dgm:prSet presAssocID="{74E516E2-C420-46ED-9161-3915CA8FD9F8}" presName="node" presStyleLbl="node1" presStyleIdx="2" presStyleCnt="6" custScaleX="88149" custScaleY="107594">
        <dgm:presLayoutVars>
          <dgm:bulletEnabled val="1"/>
        </dgm:presLayoutVars>
      </dgm:prSet>
      <dgm:spPr/>
      <dgm:t>
        <a:bodyPr/>
        <a:lstStyle/>
        <a:p>
          <a:endParaRPr lang="en-US"/>
        </a:p>
      </dgm:t>
    </dgm:pt>
    <dgm:pt modelId="{2C91D9B9-F931-42E6-8C33-BD5E04C15A24}" type="pres">
      <dgm:prSet presAssocID="{B7E93557-F9E2-438F-B9C7-1044A231E3EE}" presName="sibTrans" presStyleLbl="sibTrans2D1" presStyleIdx="2" presStyleCnt="5"/>
      <dgm:spPr/>
      <dgm:t>
        <a:bodyPr/>
        <a:lstStyle/>
        <a:p>
          <a:endParaRPr lang="en-US"/>
        </a:p>
      </dgm:t>
    </dgm:pt>
    <dgm:pt modelId="{A51C37F3-56DD-49E2-88B1-C0EF51DAEA7A}" type="pres">
      <dgm:prSet presAssocID="{B7E93557-F9E2-438F-B9C7-1044A231E3EE}" presName="connectorText" presStyleLbl="sibTrans2D1" presStyleIdx="2" presStyleCnt="5"/>
      <dgm:spPr/>
      <dgm:t>
        <a:bodyPr/>
        <a:lstStyle/>
        <a:p>
          <a:endParaRPr lang="en-US"/>
        </a:p>
      </dgm:t>
    </dgm:pt>
    <dgm:pt modelId="{2CCCFB60-0A93-4F04-A0EE-FADF1ED3B47A}" type="pres">
      <dgm:prSet presAssocID="{4B7FDE25-1A83-4830-B787-C5E1064B375D}" presName="node" presStyleLbl="node1" presStyleIdx="3" presStyleCnt="6" custScaleX="88149" custScaleY="85593">
        <dgm:presLayoutVars>
          <dgm:bulletEnabled val="1"/>
        </dgm:presLayoutVars>
      </dgm:prSet>
      <dgm:spPr/>
      <dgm:t>
        <a:bodyPr/>
        <a:lstStyle/>
        <a:p>
          <a:endParaRPr lang="en-US"/>
        </a:p>
      </dgm:t>
    </dgm:pt>
    <dgm:pt modelId="{3F34D676-669D-41F4-A45A-5D3267D92455}" type="pres">
      <dgm:prSet presAssocID="{BB5EF5F1-C165-4CFA-8247-BA7C919E030A}" presName="sibTrans" presStyleLbl="sibTrans2D1" presStyleIdx="3" presStyleCnt="5"/>
      <dgm:spPr/>
      <dgm:t>
        <a:bodyPr/>
        <a:lstStyle/>
        <a:p>
          <a:endParaRPr lang="en-US"/>
        </a:p>
      </dgm:t>
    </dgm:pt>
    <dgm:pt modelId="{2CB7F9F5-DCE5-4BAA-9435-57FACF3A3ADB}" type="pres">
      <dgm:prSet presAssocID="{BB5EF5F1-C165-4CFA-8247-BA7C919E030A}" presName="connectorText" presStyleLbl="sibTrans2D1" presStyleIdx="3" presStyleCnt="5"/>
      <dgm:spPr/>
      <dgm:t>
        <a:bodyPr/>
        <a:lstStyle/>
        <a:p>
          <a:endParaRPr lang="en-US"/>
        </a:p>
      </dgm:t>
    </dgm:pt>
    <dgm:pt modelId="{19973FB9-FB2C-4EF6-9127-C955FD069BF7}" type="pres">
      <dgm:prSet presAssocID="{F14848DD-0313-4072-B66B-99AF27A819FD}" presName="node" presStyleLbl="node1" presStyleIdx="4" presStyleCnt="6" custScaleX="86691">
        <dgm:presLayoutVars>
          <dgm:bulletEnabled val="1"/>
        </dgm:presLayoutVars>
      </dgm:prSet>
      <dgm:spPr/>
      <dgm:t>
        <a:bodyPr/>
        <a:lstStyle/>
        <a:p>
          <a:endParaRPr lang="en-US"/>
        </a:p>
      </dgm:t>
    </dgm:pt>
    <dgm:pt modelId="{6A2B0E1F-C815-4E39-9B1E-02C085319B4D}" type="pres">
      <dgm:prSet presAssocID="{41C56BCF-8FE1-4511-9033-45038B865EB9}" presName="sibTrans" presStyleLbl="sibTrans2D1" presStyleIdx="4" presStyleCnt="5"/>
      <dgm:spPr/>
      <dgm:t>
        <a:bodyPr/>
        <a:lstStyle/>
        <a:p>
          <a:endParaRPr lang="en-US"/>
        </a:p>
      </dgm:t>
    </dgm:pt>
    <dgm:pt modelId="{BBE2315D-59BC-4AE5-8B57-93920BFFB885}" type="pres">
      <dgm:prSet presAssocID="{41C56BCF-8FE1-4511-9033-45038B865EB9}" presName="connectorText" presStyleLbl="sibTrans2D1" presStyleIdx="4" presStyleCnt="5"/>
      <dgm:spPr/>
      <dgm:t>
        <a:bodyPr/>
        <a:lstStyle/>
        <a:p>
          <a:endParaRPr lang="en-US"/>
        </a:p>
      </dgm:t>
    </dgm:pt>
    <dgm:pt modelId="{75EF9766-33EB-4B95-987C-E4A7F4594B62}" type="pres">
      <dgm:prSet presAssocID="{58E4E0D1-D41C-4BEE-96D3-DF31169C2A7E}" presName="node" presStyleLbl="node1" presStyleIdx="5" presStyleCnt="6" custScaleX="86691">
        <dgm:presLayoutVars>
          <dgm:bulletEnabled val="1"/>
        </dgm:presLayoutVars>
      </dgm:prSet>
      <dgm:spPr/>
      <dgm:t>
        <a:bodyPr/>
        <a:lstStyle/>
        <a:p>
          <a:endParaRPr lang="en-US"/>
        </a:p>
      </dgm:t>
    </dgm:pt>
  </dgm:ptLst>
  <dgm:cxnLst>
    <dgm:cxn modelId="{BFAF51F2-BF34-4DE7-9E96-F0B11D850881}" srcId="{D8427406-5DC6-4125-B0BC-517C33F3224C}" destId="{8F8433D3-2D80-42D4-8B15-3BA5EC6F1C10}" srcOrd="1" destOrd="0" parTransId="{F4109417-695A-400B-836A-A86F35330800}" sibTransId="{DBAA042B-0C87-46A7-BD6B-064632D83E63}"/>
    <dgm:cxn modelId="{59DDE044-BB78-4F3B-A60D-029034833364}" type="presOf" srcId="{DBAA042B-0C87-46A7-BD6B-064632D83E63}" destId="{B581F653-3399-4682-AEF9-7BD6DA921400}" srcOrd="1" destOrd="0" presId="urn:microsoft.com/office/officeart/2005/8/layout/process2"/>
    <dgm:cxn modelId="{87F1DC2A-FFE8-4951-9D72-A445F4AD43D7}" srcId="{D8427406-5DC6-4125-B0BC-517C33F3224C}" destId="{F14848DD-0313-4072-B66B-99AF27A819FD}" srcOrd="4" destOrd="0" parTransId="{86722A7A-8E7D-49BF-8CAD-59561BF4F7C4}" sibTransId="{41C56BCF-8FE1-4511-9033-45038B865EB9}"/>
    <dgm:cxn modelId="{5153D7C7-CBEB-400E-941B-78A7F9E1C298}" type="presOf" srcId="{B7E93557-F9E2-438F-B9C7-1044A231E3EE}" destId="{2C91D9B9-F931-42E6-8C33-BD5E04C15A24}" srcOrd="0" destOrd="0" presId="urn:microsoft.com/office/officeart/2005/8/layout/process2"/>
    <dgm:cxn modelId="{7AB35C71-FF82-4FF5-A88B-AE724D7AA001}" type="presOf" srcId="{74E516E2-C420-46ED-9161-3915CA8FD9F8}" destId="{FE3F0E1B-4D80-4B3B-9CD6-A91957B2B290}" srcOrd="0" destOrd="0" presId="urn:microsoft.com/office/officeart/2005/8/layout/process2"/>
    <dgm:cxn modelId="{57D839EB-BDD0-4875-B7E6-E896DB589405}" type="presOf" srcId="{58E4E0D1-D41C-4BEE-96D3-DF31169C2A7E}" destId="{75EF9766-33EB-4B95-987C-E4A7F4594B62}" srcOrd="0" destOrd="0" presId="urn:microsoft.com/office/officeart/2005/8/layout/process2"/>
    <dgm:cxn modelId="{DFEEB59B-74FE-4A53-9AC7-ADCC98214755}" type="presOf" srcId="{BB5EF5F1-C165-4CFA-8247-BA7C919E030A}" destId="{2CB7F9F5-DCE5-4BAA-9435-57FACF3A3ADB}" srcOrd="1" destOrd="0" presId="urn:microsoft.com/office/officeart/2005/8/layout/process2"/>
    <dgm:cxn modelId="{0A8BFD22-8C30-4210-AF1E-9C66CA067AD3}" type="presOf" srcId="{1731F830-AB6D-43C1-8E47-0F19E0BFF9D8}" destId="{A26CC962-BF72-478D-9622-BA5F76997E0E}" srcOrd="0" destOrd="0" presId="urn:microsoft.com/office/officeart/2005/8/layout/process2"/>
    <dgm:cxn modelId="{ED20D4D9-348D-49E9-8542-274C417F18C4}" srcId="{D8427406-5DC6-4125-B0BC-517C33F3224C}" destId="{74E516E2-C420-46ED-9161-3915CA8FD9F8}" srcOrd="2" destOrd="0" parTransId="{E3B08EAF-3CF4-458F-8617-851351A4EBF8}" sibTransId="{B7E93557-F9E2-438F-B9C7-1044A231E3EE}"/>
    <dgm:cxn modelId="{603E965E-4C20-46A8-9E6F-D9E70FBBDF28}" type="presOf" srcId="{41C56BCF-8FE1-4511-9033-45038B865EB9}" destId="{BBE2315D-59BC-4AE5-8B57-93920BFFB885}" srcOrd="1" destOrd="0" presId="urn:microsoft.com/office/officeart/2005/8/layout/process2"/>
    <dgm:cxn modelId="{916B476F-21C3-4736-AB92-09B223036AC4}" srcId="{D8427406-5DC6-4125-B0BC-517C33F3224C}" destId="{4B7FDE25-1A83-4830-B787-C5E1064B375D}" srcOrd="3" destOrd="0" parTransId="{95D0AB42-F624-4DC3-9D73-7E4BC576E6AD}" sibTransId="{BB5EF5F1-C165-4CFA-8247-BA7C919E030A}"/>
    <dgm:cxn modelId="{1E442F17-831E-44B9-A6BF-85D8FBB68764}" type="presOf" srcId="{DBAA042B-0C87-46A7-BD6B-064632D83E63}" destId="{28FC8FCB-5EEC-4779-A996-5925B91E55E4}" srcOrd="0" destOrd="0" presId="urn:microsoft.com/office/officeart/2005/8/layout/process2"/>
    <dgm:cxn modelId="{4E544727-8EC8-4AF4-A038-A81B5E1713C9}" type="presOf" srcId="{41C56BCF-8FE1-4511-9033-45038B865EB9}" destId="{6A2B0E1F-C815-4E39-9B1E-02C085319B4D}" srcOrd="0" destOrd="0" presId="urn:microsoft.com/office/officeart/2005/8/layout/process2"/>
    <dgm:cxn modelId="{8DF10AB2-C999-4EBA-A841-0344C221D878}" srcId="{D8427406-5DC6-4125-B0BC-517C33F3224C}" destId="{1731F830-AB6D-43C1-8E47-0F19E0BFF9D8}" srcOrd="0" destOrd="0" parTransId="{B7CA92D8-807D-46CB-9A90-803229A70D11}" sibTransId="{FD518789-582C-462F-BD83-60A6B9F079FB}"/>
    <dgm:cxn modelId="{19D04A3E-7219-4A77-934F-FC0E76978AF9}" type="presOf" srcId="{FD518789-582C-462F-BD83-60A6B9F079FB}" destId="{4AAE56E5-A44B-4457-BA39-89D092B7A99F}" srcOrd="1" destOrd="0" presId="urn:microsoft.com/office/officeart/2005/8/layout/process2"/>
    <dgm:cxn modelId="{BE897856-2901-43D5-B003-4E941DAFCC69}" type="presOf" srcId="{8F8433D3-2D80-42D4-8B15-3BA5EC6F1C10}" destId="{2BA4BD11-FD0F-4F44-8D4A-721EF249DEFA}" srcOrd="0" destOrd="0" presId="urn:microsoft.com/office/officeart/2005/8/layout/process2"/>
    <dgm:cxn modelId="{A23AFD5D-6CAA-4FFC-8A9A-7B1330BE3015}" srcId="{D8427406-5DC6-4125-B0BC-517C33F3224C}" destId="{58E4E0D1-D41C-4BEE-96D3-DF31169C2A7E}" srcOrd="5" destOrd="0" parTransId="{8B0A2F5B-D04D-4DC6-85BB-3EF18EECDFF0}" sibTransId="{0504270F-67DE-4A93-860F-A2BEDB53B2E5}"/>
    <dgm:cxn modelId="{926DF555-CF51-44DD-82B0-AE0CA7B2A755}" type="presOf" srcId="{BB5EF5F1-C165-4CFA-8247-BA7C919E030A}" destId="{3F34D676-669D-41F4-A45A-5D3267D92455}" srcOrd="0" destOrd="0" presId="urn:microsoft.com/office/officeart/2005/8/layout/process2"/>
    <dgm:cxn modelId="{4CD44E79-52BD-4119-9AC2-3E1B750EE015}" type="presOf" srcId="{B7E93557-F9E2-438F-B9C7-1044A231E3EE}" destId="{A51C37F3-56DD-49E2-88B1-C0EF51DAEA7A}" srcOrd="1" destOrd="0" presId="urn:microsoft.com/office/officeart/2005/8/layout/process2"/>
    <dgm:cxn modelId="{C7214339-8F83-49B0-A183-D1F6A919BF60}" type="presOf" srcId="{D8427406-5DC6-4125-B0BC-517C33F3224C}" destId="{EB83FDFE-9A7D-43F0-94CD-AEC209595FD2}" srcOrd="0" destOrd="0" presId="urn:microsoft.com/office/officeart/2005/8/layout/process2"/>
    <dgm:cxn modelId="{D6A29F3C-B9E8-4EB2-B580-0235B4A07975}" type="presOf" srcId="{4B7FDE25-1A83-4830-B787-C5E1064B375D}" destId="{2CCCFB60-0A93-4F04-A0EE-FADF1ED3B47A}" srcOrd="0" destOrd="0" presId="urn:microsoft.com/office/officeart/2005/8/layout/process2"/>
    <dgm:cxn modelId="{DAD70ECD-20FF-4F13-8C04-F7CB856CDA28}" type="presOf" srcId="{F14848DD-0313-4072-B66B-99AF27A819FD}" destId="{19973FB9-FB2C-4EF6-9127-C955FD069BF7}" srcOrd="0" destOrd="0" presId="urn:microsoft.com/office/officeart/2005/8/layout/process2"/>
    <dgm:cxn modelId="{B46D3483-23DD-4A2F-9A91-83D73822A9D2}" type="presOf" srcId="{FD518789-582C-462F-BD83-60A6B9F079FB}" destId="{6712D08C-E634-4285-BFF0-067CC20F80F5}" srcOrd="0" destOrd="0" presId="urn:microsoft.com/office/officeart/2005/8/layout/process2"/>
    <dgm:cxn modelId="{94CA21F5-BB61-4CF3-AA02-4BC177878937}" type="presParOf" srcId="{EB83FDFE-9A7D-43F0-94CD-AEC209595FD2}" destId="{A26CC962-BF72-478D-9622-BA5F76997E0E}" srcOrd="0" destOrd="0" presId="urn:microsoft.com/office/officeart/2005/8/layout/process2"/>
    <dgm:cxn modelId="{E09F7BBD-55D9-414B-91B5-316DEE5396C4}" type="presParOf" srcId="{EB83FDFE-9A7D-43F0-94CD-AEC209595FD2}" destId="{6712D08C-E634-4285-BFF0-067CC20F80F5}" srcOrd="1" destOrd="0" presId="urn:microsoft.com/office/officeart/2005/8/layout/process2"/>
    <dgm:cxn modelId="{30F5B9ED-DB7E-448B-940A-90E1066361A8}" type="presParOf" srcId="{6712D08C-E634-4285-BFF0-067CC20F80F5}" destId="{4AAE56E5-A44B-4457-BA39-89D092B7A99F}" srcOrd="0" destOrd="0" presId="urn:microsoft.com/office/officeart/2005/8/layout/process2"/>
    <dgm:cxn modelId="{01ECCD7D-62A4-479E-AE72-1AF6843A4650}" type="presParOf" srcId="{EB83FDFE-9A7D-43F0-94CD-AEC209595FD2}" destId="{2BA4BD11-FD0F-4F44-8D4A-721EF249DEFA}" srcOrd="2" destOrd="0" presId="urn:microsoft.com/office/officeart/2005/8/layout/process2"/>
    <dgm:cxn modelId="{3F505A95-569E-48FE-8421-D56CCAE7831E}" type="presParOf" srcId="{EB83FDFE-9A7D-43F0-94CD-AEC209595FD2}" destId="{28FC8FCB-5EEC-4779-A996-5925B91E55E4}" srcOrd="3" destOrd="0" presId="urn:microsoft.com/office/officeart/2005/8/layout/process2"/>
    <dgm:cxn modelId="{E6CB5174-9DB0-4FD8-B016-D55B02676294}" type="presParOf" srcId="{28FC8FCB-5EEC-4779-A996-5925B91E55E4}" destId="{B581F653-3399-4682-AEF9-7BD6DA921400}" srcOrd="0" destOrd="0" presId="urn:microsoft.com/office/officeart/2005/8/layout/process2"/>
    <dgm:cxn modelId="{3350058C-D6F4-4856-9C6E-5F2C301B2E44}" type="presParOf" srcId="{EB83FDFE-9A7D-43F0-94CD-AEC209595FD2}" destId="{FE3F0E1B-4D80-4B3B-9CD6-A91957B2B290}" srcOrd="4" destOrd="0" presId="urn:microsoft.com/office/officeart/2005/8/layout/process2"/>
    <dgm:cxn modelId="{3B99712E-E405-4272-A666-7CB25B2CBC18}" type="presParOf" srcId="{EB83FDFE-9A7D-43F0-94CD-AEC209595FD2}" destId="{2C91D9B9-F931-42E6-8C33-BD5E04C15A24}" srcOrd="5" destOrd="0" presId="urn:microsoft.com/office/officeart/2005/8/layout/process2"/>
    <dgm:cxn modelId="{0CDBA6EF-A260-4756-BFD4-794F044E68EF}" type="presParOf" srcId="{2C91D9B9-F931-42E6-8C33-BD5E04C15A24}" destId="{A51C37F3-56DD-49E2-88B1-C0EF51DAEA7A}" srcOrd="0" destOrd="0" presId="urn:microsoft.com/office/officeart/2005/8/layout/process2"/>
    <dgm:cxn modelId="{D5186CBC-746E-46FF-B652-74D6C8B3CDB0}" type="presParOf" srcId="{EB83FDFE-9A7D-43F0-94CD-AEC209595FD2}" destId="{2CCCFB60-0A93-4F04-A0EE-FADF1ED3B47A}" srcOrd="6" destOrd="0" presId="urn:microsoft.com/office/officeart/2005/8/layout/process2"/>
    <dgm:cxn modelId="{6A836A2B-ABD3-42F8-A005-8B07569D8C8E}" type="presParOf" srcId="{EB83FDFE-9A7D-43F0-94CD-AEC209595FD2}" destId="{3F34D676-669D-41F4-A45A-5D3267D92455}" srcOrd="7" destOrd="0" presId="urn:microsoft.com/office/officeart/2005/8/layout/process2"/>
    <dgm:cxn modelId="{170DB472-0094-47CF-AD67-6B3EF34C13E2}" type="presParOf" srcId="{3F34D676-669D-41F4-A45A-5D3267D92455}" destId="{2CB7F9F5-DCE5-4BAA-9435-57FACF3A3ADB}" srcOrd="0" destOrd="0" presId="urn:microsoft.com/office/officeart/2005/8/layout/process2"/>
    <dgm:cxn modelId="{2C7E11A1-1DC3-49D5-B228-842EE72AABCC}" type="presParOf" srcId="{EB83FDFE-9A7D-43F0-94CD-AEC209595FD2}" destId="{19973FB9-FB2C-4EF6-9127-C955FD069BF7}" srcOrd="8" destOrd="0" presId="urn:microsoft.com/office/officeart/2005/8/layout/process2"/>
    <dgm:cxn modelId="{E267E017-2A18-4C2B-8F67-E606102122FC}" type="presParOf" srcId="{EB83FDFE-9A7D-43F0-94CD-AEC209595FD2}" destId="{6A2B0E1F-C815-4E39-9B1E-02C085319B4D}" srcOrd="9" destOrd="0" presId="urn:microsoft.com/office/officeart/2005/8/layout/process2"/>
    <dgm:cxn modelId="{50DB62E3-4FAC-4154-865C-27C682C6DDF9}" type="presParOf" srcId="{6A2B0E1F-C815-4E39-9B1E-02C085319B4D}" destId="{BBE2315D-59BC-4AE5-8B57-93920BFFB885}" srcOrd="0" destOrd="0" presId="urn:microsoft.com/office/officeart/2005/8/layout/process2"/>
    <dgm:cxn modelId="{27C6B060-C668-40D9-8C83-4A15B0C21929}" type="presParOf" srcId="{EB83FDFE-9A7D-43F0-94CD-AEC209595FD2}" destId="{75EF9766-33EB-4B95-987C-E4A7F4594B62}" srcOrd="10" destOrd="0" presId="urn:microsoft.com/office/officeart/2005/8/layout/process2"/>
  </dgm:cxnLst>
  <dgm:bg/>
  <dgm:whole/>
</dgm:dataModel>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C0AE2E-B159-4383-BA9B-719775C0FCDB}" type="datetimeFigureOut">
              <a:rPr lang="en-US" smtClean="0"/>
              <a:pPr/>
              <a:t>12/29/2023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383104-E483-4959-9218-57A7C139C15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A383104-E483-4959-9218-57A7C139C15E}" type="slidenum">
              <a:rPr lang="en-US" smtClean="0"/>
              <a:pPr/>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diagramLayout" Target="../diagrams/layout1.xml"/><Relationship Id="rId7" Type="http://schemas.openxmlformats.org/officeDocument/2006/relationships/diagramLayout" Target="../diagrams/layout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openxmlformats.org/officeDocument/2006/relationships/diagramData" Target="../diagrams/data2.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diagramColors" Target="../diagrams/colors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geeksforgeeks.org/variadic-function-templates-c/"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geeksforgeeks.org/command-line-arguments-in-c-cpp/" TargetMode="External"/><Relationship Id="rId4" Type="http://schemas.openxmlformats.org/officeDocument/2006/relationships/hyperlink" Target="https://www.geeksforgeeks.org/functions-in-c/"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geeksforgeeks.org/function-pointer-in-c/"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geeksforgeeks.org/void-pointer-c-cpp/"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geeksforgeeks.org/c-programming-language-standard/"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geeksforgeeks.org/self-referential-structures/" TargetMode="External"/><Relationship Id="rId2" Type="http://schemas.openxmlformats.org/officeDocument/2006/relationships/hyperlink" Target="https://www.geeksforgeeks.org/arrow-operator-in-c-c-with-examples/"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geeksforgeeks.org/bit-fields-c/"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geeksforgeeks.org/fseek-in-c-with-exampl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 Manipulation</a:t>
            </a:r>
            <a:endParaRPr lang="en-US" dirty="0"/>
          </a:p>
        </p:txBody>
      </p:sp>
      <p:sp>
        <p:nvSpPr>
          <p:cNvPr id="3" name="Content Placeholder 2"/>
          <p:cNvSpPr>
            <a:spLocks noGrp="1"/>
          </p:cNvSpPr>
          <p:nvPr>
            <p:ph idx="1"/>
          </p:nvPr>
        </p:nvSpPr>
        <p:spPr/>
        <p:txBody>
          <a:bodyPr/>
          <a:lstStyle/>
          <a:p>
            <a:pPr>
              <a:buNone/>
            </a:pPr>
            <a:r>
              <a:rPr lang="en-US" dirty="0" smtClean="0"/>
              <a:t>Non Negative Int. can Store in n bits –</a:t>
            </a:r>
          </a:p>
          <a:p>
            <a:pPr>
              <a:buNone/>
            </a:pPr>
            <a:r>
              <a:rPr lang="en-US" dirty="0" smtClean="0"/>
              <a:t>                  2</a:t>
            </a:r>
            <a:r>
              <a:rPr lang="en-US" sz="2800" dirty="0" smtClean="0"/>
              <a:t>^n -1</a:t>
            </a:r>
          </a:p>
          <a:p>
            <a:pPr>
              <a:buNone/>
            </a:pPr>
            <a:r>
              <a:rPr lang="en-US" sz="2800" dirty="0" smtClean="0"/>
              <a:t>For Signed </a:t>
            </a:r>
            <a:r>
              <a:rPr lang="en-US" sz="2800" dirty="0" err="1" smtClean="0"/>
              <a:t>Int</a:t>
            </a:r>
            <a:r>
              <a:rPr lang="en-US" sz="2800" dirty="0" smtClean="0"/>
              <a:t> in n bits  :- x=n-1</a:t>
            </a:r>
          </a:p>
          <a:p>
            <a:pPr>
              <a:buNone/>
            </a:pPr>
            <a:r>
              <a:rPr lang="en-US" sz="2800" dirty="0" smtClean="0"/>
              <a:t>              -(2^x ) to (2^x-1)</a:t>
            </a:r>
          </a:p>
          <a:p>
            <a:pPr>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 Manipulation</a:t>
            </a:r>
            <a:endParaRPr lang="en-US" dirty="0"/>
          </a:p>
        </p:txBody>
      </p:sp>
      <p:graphicFrame>
        <p:nvGraphicFramePr>
          <p:cNvPr id="4" name="Content Placeholder 3"/>
          <p:cNvGraphicFramePr>
            <a:graphicFrameLocks noGrp="1"/>
          </p:cNvGraphicFramePr>
          <p:nvPr>
            <p:ph idx="1"/>
          </p:nvPr>
        </p:nvGraphicFramePr>
        <p:xfrm>
          <a:off x="761999" y="1600200"/>
          <a:ext cx="7924797" cy="370840"/>
        </p:xfrm>
        <a:graphic>
          <a:graphicData uri="http://schemas.openxmlformats.org/drawingml/2006/table">
            <a:tbl>
              <a:tblPr firstRow="1" bandRow="1">
                <a:tableStyleId>{2D5ABB26-0587-4C30-8999-92F81FD0307C}</a:tableStyleId>
              </a:tblPr>
              <a:tblGrid>
                <a:gridCol w="588699"/>
                <a:gridCol w="815122"/>
                <a:gridCol w="815122"/>
                <a:gridCol w="815122"/>
                <a:gridCol w="815122"/>
                <a:gridCol w="815122"/>
                <a:gridCol w="815122"/>
                <a:gridCol w="815122"/>
                <a:gridCol w="815122"/>
                <a:gridCol w="815122"/>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cxnSp>
        <p:nvCxnSpPr>
          <p:cNvPr id="6" name="Straight Arrow Connector 5"/>
          <p:cNvCxnSpPr/>
          <p:nvPr/>
        </p:nvCxnSpPr>
        <p:spPr>
          <a:xfrm rot="5400000">
            <a:off x="571500" y="2171700"/>
            <a:ext cx="533400" cy="304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0" y="2667000"/>
            <a:ext cx="2225096" cy="923330"/>
          </a:xfrm>
          <a:prstGeom prst="rect">
            <a:avLst/>
          </a:prstGeom>
          <a:noFill/>
        </p:spPr>
        <p:txBody>
          <a:bodyPr wrap="none" rtlCol="0">
            <a:spAutoFit/>
          </a:bodyPr>
          <a:lstStyle/>
          <a:p>
            <a:r>
              <a:rPr lang="en-US" dirty="0" smtClean="0"/>
              <a:t>MSB- Most significant</a:t>
            </a:r>
          </a:p>
          <a:p>
            <a:r>
              <a:rPr lang="en-US" dirty="0" smtClean="0"/>
              <a:t>           0 – positive</a:t>
            </a:r>
          </a:p>
          <a:p>
            <a:r>
              <a:rPr lang="en-US" dirty="0" smtClean="0"/>
              <a:t>           1 -- negative</a:t>
            </a:r>
            <a:endParaRPr lang="en-US" dirty="0"/>
          </a:p>
        </p:txBody>
      </p:sp>
      <p:sp>
        <p:nvSpPr>
          <p:cNvPr id="8" name="TextBox 7"/>
          <p:cNvSpPr txBox="1"/>
          <p:nvPr/>
        </p:nvSpPr>
        <p:spPr>
          <a:xfrm>
            <a:off x="3276600" y="1219200"/>
            <a:ext cx="4724400" cy="369332"/>
          </a:xfrm>
          <a:prstGeom prst="rect">
            <a:avLst/>
          </a:prstGeom>
          <a:noFill/>
        </p:spPr>
        <p:txBody>
          <a:bodyPr wrap="square" rtlCol="0">
            <a:spAutoFit/>
          </a:bodyPr>
          <a:lstStyle/>
          <a:p>
            <a:r>
              <a:rPr lang="en-US" dirty="0" smtClean="0"/>
              <a:t>For signed  Integers</a:t>
            </a:r>
            <a:endParaRPr lang="en-US" dirty="0"/>
          </a:p>
        </p:txBody>
      </p:sp>
      <p:cxnSp>
        <p:nvCxnSpPr>
          <p:cNvPr id="10" name="Straight Arrow Connector 9"/>
          <p:cNvCxnSpPr/>
          <p:nvPr/>
        </p:nvCxnSpPr>
        <p:spPr>
          <a:xfrm rot="16200000" flipH="1">
            <a:off x="8039100" y="2095500"/>
            <a:ext cx="533400" cy="304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1" name="Rectangle 10"/>
          <p:cNvSpPr/>
          <p:nvPr/>
        </p:nvSpPr>
        <p:spPr>
          <a:xfrm>
            <a:off x="7924800" y="2590800"/>
            <a:ext cx="1219200" cy="369332"/>
          </a:xfrm>
          <a:prstGeom prst="rect">
            <a:avLst/>
          </a:prstGeom>
        </p:spPr>
        <p:txBody>
          <a:bodyPr wrap="square">
            <a:spAutoFit/>
          </a:bodyPr>
          <a:lstStyle/>
          <a:p>
            <a:r>
              <a:rPr lang="en-US" dirty="0" smtClean="0"/>
              <a:t>LSB (Least)</a:t>
            </a:r>
          </a:p>
        </p:txBody>
      </p:sp>
      <p:sp>
        <p:nvSpPr>
          <p:cNvPr id="12" name="Left Brace 11"/>
          <p:cNvSpPr/>
          <p:nvPr/>
        </p:nvSpPr>
        <p:spPr>
          <a:xfrm rot="16200000">
            <a:off x="4533901" y="-647700"/>
            <a:ext cx="914400" cy="6324602"/>
          </a:xfrm>
          <a:prstGeom prst="leftBrace">
            <a:avLst>
              <a:gd name="adj1" fmla="val 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TextBox 12"/>
          <p:cNvSpPr txBox="1"/>
          <p:nvPr/>
        </p:nvSpPr>
        <p:spPr>
          <a:xfrm>
            <a:off x="3200400" y="2971800"/>
            <a:ext cx="4572000" cy="369332"/>
          </a:xfrm>
          <a:prstGeom prst="rect">
            <a:avLst/>
          </a:prstGeom>
          <a:noFill/>
        </p:spPr>
        <p:txBody>
          <a:bodyPr wrap="square" rtlCol="0">
            <a:spAutoFit/>
          </a:bodyPr>
          <a:lstStyle/>
          <a:p>
            <a:r>
              <a:rPr lang="en-US" dirty="0" smtClean="0"/>
              <a:t>Bits Used for Store Magnitude (n-1)</a:t>
            </a:r>
            <a:endParaRPr lang="en-US" dirty="0"/>
          </a:p>
        </p:txBody>
      </p:sp>
      <p:sp>
        <p:nvSpPr>
          <p:cNvPr id="14" name="TextBox 13"/>
          <p:cNvSpPr txBox="1"/>
          <p:nvPr/>
        </p:nvSpPr>
        <p:spPr>
          <a:xfrm>
            <a:off x="838200" y="3886200"/>
            <a:ext cx="7315200" cy="1754326"/>
          </a:xfrm>
          <a:prstGeom prst="rect">
            <a:avLst/>
          </a:prstGeom>
          <a:noFill/>
        </p:spPr>
        <p:txBody>
          <a:bodyPr wrap="square" rtlCol="0">
            <a:spAutoFit/>
          </a:bodyPr>
          <a:lstStyle/>
          <a:p>
            <a:r>
              <a:rPr lang="en-US" dirty="0" smtClean="0"/>
              <a:t>If MSB is 0 then compiler normally convert binary into Decimal.</a:t>
            </a:r>
          </a:p>
          <a:p>
            <a:r>
              <a:rPr lang="en-US" dirty="0" smtClean="0"/>
              <a:t>If MSB is 1 then compiler goes to 2’s Compliment method then convert. </a:t>
            </a:r>
          </a:p>
          <a:p>
            <a:r>
              <a:rPr lang="en-US" dirty="0" smtClean="0"/>
              <a:t>Note :- if we initially assign the negative value then compiler goes to 2’s compliment then stores (MSB becomes 1) but …</a:t>
            </a:r>
          </a:p>
          <a:p>
            <a:r>
              <a:rPr lang="en-US" dirty="0" smtClean="0"/>
              <a:t>If we store a number out of range [&gt;2(^n-1) -1] then MSB must have to 1 then compiler treat that binary as of a –</a:t>
            </a:r>
            <a:r>
              <a:rPr lang="en-US" dirty="0" err="1" smtClean="0"/>
              <a:t>ive</a:t>
            </a:r>
            <a:r>
              <a:rPr lang="en-US" dirty="0" smtClean="0"/>
              <a:t> number</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eg</a:t>
            </a:r>
            <a:endParaRPr lang="en-US" dirty="0"/>
          </a:p>
        </p:txBody>
      </p:sp>
      <p:sp>
        <p:nvSpPr>
          <p:cNvPr id="3" name="Content Placeholder 2"/>
          <p:cNvSpPr>
            <a:spLocks noGrp="1"/>
          </p:cNvSpPr>
          <p:nvPr>
            <p:ph idx="1"/>
          </p:nvPr>
        </p:nvSpPr>
        <p:spPr/>
        <p:txBody>
          <a:bodyPr/>
          <a:lstStyle/>
          <a:p>
            <a:pPr>
              <a:buNone/>
            </a:pPr>
            <a:r>
              <a:rPr lang="en-US" dirty="0" smtClean="0"/>
              <a:t> </a:t>
            </a:r>
            <a:r>
              <a:rPr lang="en-US" sz="2000" dirty="0" smtClean="0"/>
              <a:t> short </a:t>
            </a:r>
            <a:r>
              <a:rPr lang="en-US" sz="2000" dirty="0" err="1" smtClean="0"/>
              <a:t>int</a:t>
            </a:r>
            <a:r>
              <a:rPr lang="en-US" sz="2000" dirty="0" smtClean="0"/>
              <a:t> of 2 bytes 16 bits  n=16</a:t>
            </a:r>
          </a:p>
          <a:p>
            <a:pPr>
              <a:buNone/>
            </a:pPr>
            <a:r>
              <a:rPr lang="en-US" sz="2000" dirty="0" smtClean="0"/>
              <a:t>For signed 1 bit is MSB hence no. of bits to store magnitude  is n-1=15</a:t>
            </a:r>
          </a:p>
          <a:p>
            <a:pPr>
              <a:buNone/>
            </a:pPr>
            <a:r>
              <a:rPr lang="en-US" sz="2000" dirty="0" smtClean="0"/>
              <a:t>Range    -(2^15)to (2^15 -1) </a:t>
            </a:r>
            <a:r>
              <a:rPr lang="en-US" sz="2000" dirty="0" smtClean="0">
                <a:sym typeface="Wingdings" pitchFamily="2" charset="2"/>
              </a:rPr>
              <a:t> -32768 to 32767</a:t>
            </a:r>
          </a:p>
          <a:p>
            <a:pPr>
              <a:buNone/>
            </a:pPr>
            <a:r>
              <a:rPr lang="en-US" sz="2000" dirty="0" smtClean="0">
                <a:sym typeface="Wingdings" pitchFamily="2" charset="2"/>
              </a:rPr>
              <a:t> if we store 32768 then its binary is  </a:t>
            </a:r>
            <a:r>
              <a:rPr lang="en-US" sz="4000" dirty="0" smtClean="0">
                <a:sym typeface="Wingdings" pitchFamily="2" charset="2"/>
              </a:rPr>
              <a:t>1000000000000000</a:t>
            </a:r>
          </a:p>
          <a:p>
            <a:pPr>
              <a:buNone/>
            </a:pPr>
            <a:r>
              <a:rPr lang="en-US" sz="2000" dirty="0" smtClean="0">
                <a:sym typeface="Wingdings" pitchFamily="2" charset="2"/>
              </a:rPr>
              <a:t>If we print this  then as MSB is 1</a:t>
            </a:r>
          </a:p>
          <a:p>
            <a:pPr>
              <a:buNone/>
            </a:pPr>
            <a:r>
              <a:rPr lang="en-US" sz="2000" dirty="0" smtClean="0">
                <a:sym typeface="Wingdings" pitchFamily="2" charset="2"/>
              </a:rPr>
              <a:t>Compiler take 2’s compliment</a:t>
            </a:r>
          </a:p>
          <a:p>
            <a:pPr>
              <a:buNone/>
            </a:pPr>
            <a:r>
              <a:rPr lang="en-US" sz="2000" dirty="0" smtClean="0">
                <a:sym typeface="Wingdings" pitchFamily="2" charset="2"/>
              </a:rPr>
              <a:t>And print –(no. obtained)</a:t>
            </a:r>
          </a:p>
          <a:p>
            <a:pPr>
              <a:buNone/>
            </a:pPr>
            <a:r>
              <a:rPr lang="en-US" sz="2000" dirty="0" smtClean="0">
                <a:sym typeface="Wingdings" pitchFamily="2" charset="2"/>
              </a:rPr>
              <a:t>That is -32768</a:t>
            </a:r>
          </a:p>
          <a:p>
            <a:pPr>
              <a:buNone/>
            </a:pPr>
            <a:endParaRPr lang="en-US" sz="2000" dirty="0" smtClean="0">
              <a:sym typeface="Wingdings" pitchFamily="2" charset="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dirty="0" smtClean="0"/>
              <a:t>2’s Compliment</a:t>
            </a:r>
            <a:endParaRPr lang="en-US" dirty="0"/>
          </a:p>
        </p:txBody>
      </p:sp>
      <p:sp>
        <p:nvSpPr>
          <p:cNvPr id="3" name="Content Placeholder 2"/>
          <p:cNvSpPr>
            <a:spLocks noGrp="1"/>
          </p:cNvSpPr>
          <p:nvPr>
            <p:ph idx="1"/>
          </p:nvPr>
        </p:nvSpPr>
        <p:spPr>
          <a:xfrm>
            <a:off x="228600" y="533401"/>
            <a:ext cx="8229600" cy="3810000"/>
          </a:xfrm>
        </p:spPr>
        <p:txBody>
          <a:bodyPr/>
          <a:lstStyle/>
          <a:p>
            <a:r>
              <a:rPr lang="en-US" dirty="0" smtClean="0"/>
              <a:t>Step 1</a:t>
            </a:r>
            <a:r>
              <a:rPr lang="en-US" baseline="30000" dirty="0" smtClean="0"/>
              <a:t>st</a:t>
            </a:r>
            <a:r>
              <a:rPr lang="en-US" dirty="0" smtClean="0"/>
              <a:t> (1’s Compliment):- </a:t>
            </a:r>
            <a:r>
              <a:rPr lang="en-US" dirty="0" err="1" smtClean="0"/>
              <a:t>Interchnage</a:t>
            </a:r>
            <a:r>
              <a:rPr lang="en-US" dirty="0" smtClean="0"/>
              <a:t> all bits (0  to 1 &amp; 1 to 0)</a:t>
            </a:r>
          </a:p>
          <a:p>
            <a:pPr>
              <a:buNone/>
            </a:pPr>
            <a:r>
              <a:rPr lang="en-US" dirty="0" smtClean="0"/>
              <a:t>             </a:t>
            </a:r>
            <a:r>
              <a:rPr lang="en-US" sz="2000" dirty="0" err="1" smtClean="0"/>
              <a:t>eg</a:t>
            </a:r>
            <a:r>
              <a:rPr lang="en-US" sz="2000" dirty="0" smtClean="0"/>
              <a:t> :- 0011011  --1’s--&gt; 1100100</a:t>
            </a:r>
          </a:p>
          <a:p>
            <a:endParaRPr lang="en-US" dirty="0" smtClean="0"/>
          </a:p>
          <a:p>
            <a:r>
              <a:rPr lang="en-US" dirty="0" smtClean="0"/>
              <a:t>Step 2</a:t>
            </a:r>
            <a:r>
              <a:rPr lang="en-US" baseline="30000" dirty="0" smtClean="0"/>
              <a:t>nd</a:t>
            </a:r>
            <a:r>
              <a:rPr lang="en-US" dirty="0" smtClean="0"/>
              <a:t>  :-  add 1 </a:t>
            </a:r>
          </a:p>
          <a:p>
            <a:pPr>
              <a:buNone/>
            </a:pPr>
            <a:r>
              <a:rPr lang="en-US" dirty="0" smtClean="0"/>
              <a:t>               </a:t>
            </a:r>
            <a:r>
              <a:rPr lang="en-US" sz="2000" dirty="0" smtClean="0"/>
              <a:t>1100100 –2’s--&gt; 1100101</a:t>
            </a:r>
            <a:endParaRPr lang="en-US" sz="2000" dirty="0"/>
          </a:p>
        </p:txBody>
      </p:sp>
      <p:sp>
        <p:nvSpPr>
          <p:cNvPr id="4" name="TextBox 3"/>
          <p:cNvSpPr txBox="1"/>
          <p:nvPr/>
        </p:nvSpPr>
        <p:spPr>
          <a:xfrm>
            <a:off x="304800" y="5029200"/>
            <a:ext cx="7879080" cy="1015663"/>
          </a:xfrm>
          <a:prstGeom prst="rect">
            <a:avLst/>
          </a:prstGeom>
          <a:noFill/>
        </p:spPr>
        <p:txBody>
          <a:bodyPr wrap="none" rtlCol="0">
            <a:spAutoFit/>
          </a:bodyPr>
          <a:lstStyle/>
          <a:p>
            <a:r>
              <a:rPr lang="en-US" sz="2000" dirty="0" smtClean="0"/>
              <a:t>Another Method :- start from LSB to MSB goes </a:t>
            </a:r>
            <a:r>
              <a:rPr lang="en-US" sz="2000" dirty="0" err="1" smtClean="0"/>
              <a:t>untill</a:t>
            </a:r>
            <a:r>
              <a:rPr lang="en-US" sz="2000" dirty="0" smtClean="0"/>
              <a:t> 1 is found as 1 found </a:t>
            </a:r>
          </a:p>
          <a:p>
            <a:r>
              <a:rPr lang="en-US" sz="2000" dirty="0" smtClean="0"/>
              <a:t>invert all value at left</a:t>
            </a:r>
          </a:p>
          <a:p>
            <a:r>
              <a:rPr lang="en-US" sz="2000" dirty="0" smtClean="0"/>
              <a:t>                  </a:t>
            </a:r>
            <a:r>
              <a:rPr lang="en-US" sz="2000" dirty="0" err="1" smtClean="0"/>
              <a:t>eg</a:t>
            </a:r>
            <a:r>
              <a:rPr lang="en-US" sz="2000" dirty="0" smtClean="0"/>
              <a:t> 0011011 –2’s --&gt; 1100101</a:t>
            </a:r>
            <a:endParaRPr 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X=Any binary</a:t>
            </a:r>
            <a:endParaRPr lang="en-US" dirty="0"/>
          </a:p>
        </p:txBody>
      </p:sp>
      <p:graphicFrame>
        <p:nvGraphicFramePr>
          <p:cNvPr id="4" name="Content Placeholder 3"/>
          <p:cNvGraphicFramePr>
            <a:graphicFrameLocks noGrp="1"/>
          </p:cNvGraphicFramePr>
          <p:nvPr>
            <p:ph idx="1"/>
          </p:nvPr>
        </p:nvGraphicFramePr>
        <p:xfrm>
          <a:off x="2133600" y="1295400"/>
          <a:ext cx="4648200" cy="5258668"/>
        </p:xfrm>
        <a:graphic>
          <a:graphicData uri="http://schemas.openxmlformats.org/drawingml/2006/table">
            <a:tbl>
              <a:tblPr firstRow="1" bandRow="1">
                <a:tableStyleId>{2D5ABB26-0587-4C30-8999-92F81FD0307C}</a:tableStyleId>
              </a:tblPr>
              <a:tblGrid>
                <a:gridCol w="1549400"/>
                <a:gridCol w="1549400"/>
                <a:gridCol w="1549400"/>
              </a:tblGrid>
              <a:tr h="593516">
                <a:tc>
                  <a:txBody>
                    <a:bodyPr/>
                    <a:lstStyle/>
                    <a:p>
                      <a:pPr algn="ctr" fontAlgn="base"/>
                      <a:r>
                        <a:rPr lang="en-US" b="1" dirty="0" smtClean="0"/>
                        <a:t>XOR</a:t>
                      </a:r>
                      <a:endParaRPr lang="en-US" b="1" dirty="0"/>
                    </a:p>
                  </a:txBody>
                  <a:tcPr marL="38100" marR="38100"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dirty="0"/>
                        <a:t>X ^ 0s</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a:t>X</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3516">
                <a:tc>
                  <a:txBody>
                    <a:bodyPr/>
                    <a:lstStyle/>
                    <a:p>
                      <a:pPr algn="ctr" fontAlgn="base"/>
                      <a:r>
                        <a:rPr lang="en-US" b="1" dirty="0"/>
                        <a:t>XOR</a:t>
                      </a:r>
                    </a:p>
                  </a:txBody>
                  <a:tcPr marL="38100" marR="38100"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dirty="0"/>
                        <a:t>X ^ 1s</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dirty="0"/>
                        <a:t>~X</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3516">
                <a:tc>
                  <a:txBody>
                    <a:bodyPr/>
                    <a:lstStyle/>
                    <a:p>
                      <a:pPr algn="ctr" fontAlgn="base"/>
                      <a:r>
                        <a:rPr lang="en-US" b="1" dirty="0"/>
                        <a:t>XOR</a:t>
                      </a:r>
                    </a:p>
                  </a:txBody>
                  <a:tcPr marL="38100" marR="38100"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dirty="0"/>
                        <a:t>X ^ X</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a:t>0</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3516">
                <a:tc>
                  <a:txBody>
                    <a:bodyPr/>
                    <a:lstStyle/>
                    <a:p>
                      <a:pPr algn="ctr" fontAlgn="base"/>
                      <a:r>
                        <a:rPr lang="en-US" b="1" dirty="0"/>
                        <a:t>AND</a:t>
                      </a:r>
                    </a:p>
                  </a:txBody>
                  <a:tcPr marL="38100" marR="38100"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dirty="0"/>
                        <a:t>X &amp; 0s</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a:t>0</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3516">
                <a:tc>
                  <a:txBody>
                    <a:bodyPr/>
                    <a:lstStyle/>
                    <a:p>
                      <a:pPr algn="ctr" fontAlgn="base"/>
                      <a:r>
                        <a:rPr lang="en-US" b="1"/>
                        <a:t>AND</a:t>
                      </a:r>
                    </a:p>
                  </a:txBody>
                  <a:tcPr marL="38100" marR="38100"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dirty="0"/>
                        <a:t>X &amp; 1s</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a:t>X</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09676">
                <a:tc>
                  <a:txBody>
                    <a:bodyPr/>
                    <a:lstStyle/>
                    <a:p>
                      <a:pPr algn="ctr" fontAlgn="base"/>
                      <a:r>
                        <a:rPr lang="en-US" b="1"/>
                        <a:t>AND</a:t>
                      </a:r>
                    </a:p>
                  </a:txBody>
                  <a:tcPr marL="38100" marR="38100"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a:t>X &amp; X</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a:t>X</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3516">
                <a:tc>
                  <a:txBody>
                    <a:bodyPr/>
                    <a:lstStyle/>
                    <a:p>
                      <a:pPr algn="ctr" fontAlgn="base"/>
                      <a:r>
                        <a:rPr lang="en-US" b="1" dirty="0"/>
                        <a:t>OR</a:t>
                      </a:r>
                    </a:p>
                  </a:txBody>
                  <a:tcPr marL="38100" marR="38100"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dirty="0"/>
                        <a:t>X | 0s</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a:t>X</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3516">
                <a:tc>
                  <a:txBody>
                    <a:bodyPr/>
                    <a:lstStyle/>
                    <a:p>
                      <a:pPr algn="ctr" fontAlgn="base"/>
                      <a:r>
                        <a:rPr lang="en-US" b="1" dirty="0"/>
                        <a:t>OR</a:t>
                      </a:r>
                    </a:p>
                  </a:txBody>
                  <a:tcPr marL="38100" marR="38100"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dirty="0"/>
                        <a:t>X | 1s</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dirty="0"/>
                        <a:t>1s</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3516">
                <a:tc>
                  <a:txBody>
                    <a:bodyPr/>
                    <a:lstStyle/>
                    <a:p>
                      <a:pPr algn="ctr" fontAlgn="base"/>
                      <a:r>
                        <a:rPr lang="en-US" b="1"/>
                        <a:t>OR</a:t>
                      </a:r>
                    </a:p>
                  </a:txBody>
                  <a:tcPr marL="38100" marR="38100"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dirty="0"/>
                        <a:t>X | X</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dirty="0"/>
                        <a:t>X</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Float literal</a:t>
            </a:r>
            <a:endParaRPr lang="en-US" dirty="0"/>
          </a:p>
        </p:txBody>
      </p:sp>
      <p:sp>
        <p:nvSpPr>
          <p:cNvPr id="3" name="Content Placeholder 2"/>
          <p:cNvSpPr>
            <a:spLocks noGrp="1"/>
          </p:cNvSpPr>
          <p:nvPr>
            <p:ph idx="1"/>
          </p:nvPr>
        </p:nvSpPr>
        <p:spPr>
          <a:xfrm>
            <a:off x="457200" y="1219200"/>
            <a:ext cx="8229600" cy="4906963"/>
          </a:xfrm>
        </p:spPr>
        <p:txBody>
          <a:bodyPr/>
          <a:lstStyle/>
          <a:p>
            <a:r>
              <a:rPr lang="en-US" dirty="0" smtClean="0"/>
              <a:t>IEEE 745 method</a:t>
            </a:r>
          </a:p>
          <a:p>
            <a:endParaRPr lang="en-US" dirty="0" smtClean="0"/>
          </a:p>
          <a:p>
            <a:endParaRPr lang="en-US" dirty="0" smtClean="0"/>
          </a:p>
          <a:p>
            <a:endParaRPr lang="en-US" dirty="0" smtClean="0"/>
          </a:p>
          <a:p>
            <a:pPr>
              <a:buNone/>
            </a:pPr>
            <a:r>
              <a:rPr lang="en-US" dirty="0" smtClean="0"/>
              <a:t> </a:t>
            </a:r>
          </a:p>
          <a:p>
            <a:pPr>
              <a:buNone/>
            </a:pPr>
            <a:r>
              <a:rPr lang="en-US" dirty="0" smtClean="0"/>
              <a:t>+2.5 ---&gt;  0…010.100….</a:t>
            </a:r>
          </a:p>
          <a:p>
            <a:pPr>
              <a:buNone/>
            </a:pPr>
            <a:endParaRPr lang="en-US" dirty="0" smtClean="0"/>
          </a:p>
        </p:txBody>
      </p:sp>
      <p:graphicFrame>
        <p:nvGraphicFramePr>
          <p:cNvPr id="4" name="Table 3"/>
          <p:cNvGraphicFramePr>
            <a:graphicFrameLocks noGrp="1"/>
          </p:cNvGraphicFramePr>
          <p:nvPr/>
        </p:nvGraphicFramePr>
        <p:xfrm>
          <a:off x="609600" y="2895600"/>
          <a:ext cx="8001000" cy="370840"/>
        </p:xfrm>
        <a:graphic>
          <a:graphicData uri="http://schemas.openxmlformats.org/drawingml/2006/table">
            <a:tbl>
              <a:tblPr firstRow="1" bandRow="1">
                <a:tableStyleId>{2D5ABB26-0587-4C30-8999-92F81FD0307C}</a:tableStyleId>
              </a:tblPr>
              <a:tblGrid>
                <a:gridCol w="800100"/>
                <a:gridCol w="7200900"/>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cxnSp>
        <p:nvCxnSpPr>
          <p:cNvPr id="6" name="Straight Arrow Connector 5"/>
          <p:cNvCxnSpPr/>
          <p:nvPr/>
        </p:nvCxnSpPr>
        <p:spPr>
          <a:xfrm rot="5400000">
            <a:off x="533400" y="3429000"/>
            <a:ext cx="609600" cy="304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7" name="Right Brace 6"/>
          <p:cNvSpPr/>
          <p:nvPr/>
        </p:nvSpPr>
        <p:spPr>
          <a:xfrm rot="5400000">
            <a:off x="2400300" y="2628900"/>
            <a:ext cx="609600" cy="2057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ight Brace 7"/>
          <p:cNvSpPr/>
          <p:nvPr/>
        </p:nvSpPr>
        <p:spPr>
          <a:xfrm rot="5400000">
            <a:off x="6096000" y="1676400"/>
            <a:ext cx="685800" cy="4038600"/>
          </a:xfrm>
          <a:prstGeom prst="rightBrace">
            <a:avLst>
              <a:gd name="adj1" fmla="val 1653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9" name="Table 8"/>
          <p:cNvGraphicFramePr>
            <a:graphicFrameLocks noGrp="1"/>
          </p:cNvGraphicFramePr>
          <p:nvPr/>
        </p:nvGraphicFramePr>
        <p:xfrm>
          <a:off x="3962400" y="2895600"/>
          <a:ext cx="229772" cy="365760"/>
        </p:xfrm>
        <a:graphic>
          <a:graphicData uri="http://schemas.openxmlformats.org/drawingml/2006/table">
            <a:tbl>
              <a:tblPr/>
              <a:tblGrid>
                <a:gridCol w="229772"/>
              </a:tblGrid>
              <a:tr h="365760">
                <a:tc>
                  <a:txBody>
                    <a:bodyPr/>
                    <a:lstStyle/>
                    <a:p>
                      <a:endParaRPr lang="en-US" dirty="0"/>
                    </a:p>
                  </a:txBody>
                  <a:tcPr>
                    <a:lnL w="12700" cmpd="sng">
                      <a:solidFill>
                        <a:schemeClr val="tx1"/>
                      </a:solidFill>
                      <a:prstDash val="solid"/>
                    </a:lnL>
                    <a:lnR w="12700" cmpd="sng">
                      <a:noFill/>
                      <a:prstDash val="solid"/>
                    </a:lnR>
                    <a:lnT w="12700" cmpd="sng">
                      <a:solidFill>
                        <a:schemeClr val="tx1"/>
                      </a:solidFill>
                      <a:prstDash val="solid"/>
                    </a:lnT>
                    <a:lnB w="12700" cmpd="sng">
                      <a:solidFill>
                        <a:schemeClr val="tx1"/>
                      </a:solidFill>
                      <a:prstDash val="solid"/>
                    </a:lnB>
                  </a:tcPr>
                </a:tc>
              </a:tr>
            </a:tbl>
          </a:graphicData>
        </a:graphic>
      </p:graphicFrame>
      <p:sp>
        <p:nvSpPr>
          <p:cNvPr id="10" name="TextBox 9"/>
          <p:cNvSpPr txBox="1"/>
          <p:nvPr/>
        </p:nvSpPr>
        <p:spPr>
          <a:xfrm>
            <a:off x="381000" y="3886200"/>
            <a:ext cx="612668" cy="369332"/>
          </a:xfrm>
          <a:prstGeom prst="rect">
            <a:avLst/>
          </a:prstGeom>
          <a:noFill/>
        </p:spPr>
        <p:txBody>
          <a:bodyPr wrap="none" rtlCol="0">
            <a:spAutoFit/>
          </a:bodyPr>
          <a:lstStyle/>
          <a:p>
            <a:r>
              <a:rPr lang="en-US" dirty="0" smtClean="0"/>
              <a:t>MSB</a:t>
            </a:r>
            <a:endParaRPr lang="en-US" dirty="0"/>
          </a:p>
        </p:txBody>
      </p:sp>
      <p:sp>
        <p:nvSpPr>
          <p:cNvPr id="11" name="TextBox 10"/>
          <p:cNvSpPr txBox="1"/>
          <p:nvPr/>
        </p:nvSpPr>
        <p:spPr>
          <a:xfrm>
            <a:off x="5867400" y="3962400"/>
            <a:ext cx="1505605" cy="369332"/>
          </a:xfrm>
          <a:prstGeom prst="rect">
            <a:avLst/>
          </a:prstGeom>
          <a:noFill/>
        </p:spPr>
        <p:txBody>
          <a:bodyPr wrap="none" rtlCol="0">
            <a:spAutoFit/>
          </a:bodyPr>
          <a:lstStyle/>
          <a:p>
            <a:r>
              <a:rPr lang="en-US" dirty="0" smtClean="0"/>
              <a:t>Fractional bits</a:t>
            </a:r>
            <a:endParaRPr lang="en-US" dirty="0"/>
          </a:p>
        </p:txBody>
      </p:sp>
      <p:sp>
        <p:nvSpPr>
          <p:cNvPr id="12" name="TextBox 11"/>
          <p:cNvSpPr txBox="1"/>
          <p:nvPr/>
        </p:nvSpPr>
        <p:spPr>
          <a:xfrm>
            <a:off x="2133600" y="3886200"/>
            <a:ext cx="1468159" cy="369332"/>
          </a:xfrm>
          <a:prstGeom prst="rect">
            <a:avLst/>
          </a:prstGeom>
          <a:noFill/>
        </p:spPr>
        <p:txBody>
          <a:bodyPr wrap="none" rtlCol="0">
            <a:spAutoFit/>
          </a:bodyPr>
          <a:lstStyle/>
          <a:p>
            <a:r>
              <a:rPr lang="en-US" dirty="0" smtClean="0"/>
              <a:t>Exponent bits</a:t>
            </a:r>
            <a:endParaRPr lang="en-US" dirty="0"/>
          </a:p>
        </p:txBody>
      </p:sp>
      <p:sp>
        <p:nvSpPr>
          <p:cNvPr id="13" name="TextBox 12"/>
          <p:cNvSpPr txBox="1"/>
          <p:nvPr/>
        </p:nvSpPr>
        <p:spPr>
          <a:xfrm>
            <a:off x="1295400" y="2590800"/>
            <a:ext cx="7391400" cy="369332"/>
          </a:xfrm>
          <a:prstGeom prst="rect">
            <a:avLst/>
          </a:prstGeom>
          <a:noFill/>
        </p:spPr>
        <p:txBody>
          <a:bodyPr wrap="square" rtlCol="0">
            <a:spAutoFit/>
          </a:bodyPr>
          <a:lstStyle/>
          <a:p>
            <a:r>
              <a:rPr lang="en-US" dirty="0" smtClean="0"/>
              <a:t>           128 64  32 16 8 4 2 1   0.5 0.25 0.125 . . .</a:t>
            </a:r>
            <a:endParaRPr lang="en-US" dirty="0"/>
          </a:p>
        </p:txBody>
      </p:sp>
      <p:sp>
        <p:nvSpPr>
          <p:cNvPr id="14" name="TextBox 13"/>
          <p:cNvSpPr txBox="1"/>
          <p:nvPr/>
        </p:nvSpPr>
        <p:spPr>
          <a:xfrm>
            <a:off x="1447800" y="2209800"/>
            <a:ext cx="627095" cy="861774"/>
          </a:xfrm>
          <a:prstGeom prst="rect">
            <a:avLst/>
          </a:prstGeom>
          <a:noFill/>
        </p:spPr>
        <p:txBody>
          <a:bodyPr wrap="square" rtlCol="0">
            <a:spAutoFit/>
          </a:bodyPr>
          <a:lstStyle/>
          <a:p>
            <a:r>
              <a:rPr lang="en-US" sz="5000" dirty="0" smtClean="0"/>
              <a:t>…</a:t>
            </a:r>
            <a:endParaRPr lang="en-US" sz="5000" dirty="0"/>
          </a:p>
        </p:txBody>
      </p:sp>
      <p:graphicFrame>
        <p:nvGraphicFramePr>
          <p:cNvPr id="17" name="Table 16"/>
          <p:cNvGraphicFramePr>
            <a:graphicFrameLocks noGrp="1"/>
          </p:cNvGraphicFramePr>
          <p:nvPr/>
        </p:nvGraphicFramePr>
        <p:xfrm>
          <a:off x="609600" y="5105400"/>
          <a:ext cx="7620000" cy="1513840"/>
        </p:xfrm>
        <a:graphic>
          <a:graphicData uri="http://schemas.openxmlformats.org/drawingml/2006/table">
            <a:tbl>
              <a:tblPr firstRow="1" bandRow="1">
                <a:tableStyleId>{2D5ABB26-0587-4C30-8999-92F81FD0307C}</a:tableStyleId>
              </a:tblPr>
              <a:tblGrid>
                <a:gridCol w="2133600"/>
                <a:gridCol w="990600"/>
                <a:gridCol w="685800"/>
                <a:gridCol w="2286000"/>
                <a:gridCol w="1524000"/>
              </a:tblGrid>
              <a:tr h="370840">
                <a:tc>
                  <a:txBody>
                    <a:bodyPr/>
                    <a:lstStyle/>
                    <a:p>
                      <a:r>
                        <a:rPr lang="en-US" dirty="0" err="1" smtClean="0"/>
                        <a:t>Data_type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size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Sign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Exponent bit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Fractional bits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dirty="0" smtClean="0"/>
                        <a:t>Float  </a:t>
                      </a:r>
                      <a:r>
                        <a:rPr lang="en-US" baseline="0" dirty="0" smtClean="0"/>
                        <a:t> </a:t>
                      </a:r>
                      <a:r>
                        <a:rPr lang="en-US" sz="1200" dirty="0" smtClean="0"/>
                        <a:t>(4 bytes</a:t>
                      </a:r>
                      <a:r>
                        <a:rPr lang="en-US" dirty="0" smtClean="0"/>
                        <a: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32</a:t>
                      </a:r>
                      <a:r>
                        <a:rPr lang="en-US" baseline="0" dirty="0" smtClean="0"/>
                        <a:t> bits</a:t>
                      </a:r>
                      <a:r>
                        <a:rPr lang="en-US" dirty="0" smtClean="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 1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23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1320">
                <a:tc>
                  <a:txBody>
                    <a:bodyPr/>
                    <a:lstStyle/>
                    <a:p>
                      <a:r>
                        <a:rPr lang="en-US" dirty="0" smtClean="0"/>
                        <a:t>Double</a:t>
                      </a:r>
                      <a:r>
                        <a:rPr lang="en-US" sz="1200" dirty="0" smtClean="0"/>
                        <a:t> (8 bytes)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64 bits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52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dirty="0" smtClean="0"/>
                        <a:t>long double </a:t>
                      </a:r>
                      <a:r>
                        <a:rPr lang="en-US" sz="1200" dirty="0" smtClean="0"/>
                        <a:t>(16 bytes)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128 bits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112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5" name="TextBox 14"/>
          <p:cNvSpPr txBox="1"/>
          <p:nvPr/>
        </p:nvSpPr>
        <p:spPr>
          <a:xfrm>
            <a:off x="11201400" y="1143000"/>
            <a:ext cx="184731" cy="369332"/>
          </a:xfrm>
          <a:prstGeom prst="rect">
            <a:avLst/>
          </a:prstGeom>
          <a:noFill/>
        </p:spPr>
        <p:txBody>
          <a:bodyPr wrap="none" rtlCol="0">
            <a:spAutoFit/>
          </a:bodyPr>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Lexical in c</a:t>
            </a:r>
            <a:endParaRPr lang="en-US" dirty="0"/>
          </a:p>
        </p:txBody>
      </p:sp>
      <p:sp>
        <p:nvSpPr>
          <p:cNvPr id="3" name="Content Placeholder 2"/>
          <p:cNvSpPr>
            <a:spLocks noGrp="1"/>
          </p:cNvSpPr>
          <p:nvPr>
            <p:ph idx="1"/>
          </p:nvPr>
        </p:nvSpPr>
        <p:spPr/>
        <p:txBody>
          <a:bodyPr>
            <a:normAutofit/>
          </a:bodyPr>
          <a:lstStyle/>
          <a:p>
            <a:r>
              <a:rPr lang="en-US" dirty="0" smtClean="0"/>
              <a:t>Lexical :-</a:t>
            </a:r>
          </a:p>
          <a:p>
            <a:endParaRPr lang="en-US" dirty="0" smtClean="0"/>
          </a:p>
          <a:p>
            <a:endParaRPr lang="en-US" dirty="0" smtClean="0"/>
          </a:p>
          <a:p>
            <a:pPr>
              <a:buNone/>
            </a:pPr>
            <a:r>
              <a:rPr lang="en-US" sz="2500" dirty="0" smtClean="0"/>
              <a:t>Grammar ~ syntax (the way to write a code)</a:t>
            </a:r>
          </a:p>
          <a:p>
            <a:pPr>
              <a:buNone/>
            </a:pPr>
            <a:r>
              <a:rPr lang="en-US" sz="2500" dirty="0" smtClean="0"/>
              <a:t>Paragraph ~ Function(set of instructions)</a:t>
            </a:r>
          </a:p>
          <a:p>
            <a:pPr>
              <a:buNone/>
            </a:pPr>
            <a:r>
              <a:rPr lang="en-US" sz="2500" dirty="0" smtClean="0"/>
              <a:t>Chapter ~ file(set of </a:t>
            </a:r>
            <a:r>
              <a:rPr lang="en-US" sz="2500" dirty="0" err="1" smtClean="0"/>
              <a:t>funciton</a:t>
            </a:r>
            <a:r>
              <a:rPr lang="en-US" sz="2500" dirty="0" smtClean="0"/>
              <a:t>)</a:t>
            </a:r>
          </a:p>
          <a:p>
            <a:pPr>
              <a:buNone/>
            </a:pPr>
            <a:r>
              <a:rPr lang="en-US" sz="2500" dirty="0" smtClean="0"/>
              <a:t>Book ~ project(set of files)</a:t>
            </a:r>
          </a:p>
          <a:p>
            <a:pPr>
              <a:buNone/>
            </a:pPr>
            <a:r>
              <a:rPr lang="en-US" dirty="0" smtClean="0"/>
              <a: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Lexical Element</a:t>
            </a:r>
            <a:endParaRPr lang="en-US" dirty="0"/>
          </a:p>
        </p:txBody>
      </p:sp>
      <p:sp>
        <p:nvSpPr>
          <p:cNvPr id="3" name="Content Placeholder 2"/>
          <p:cNvSpPr>
            <a:spLocks noGrp="1"/>
          </p:cNvSpPr>
          <p:nvPr>
            <p:ph idx="1"/>
          </p:nvPr>
        </p:nvSpPr>
        <p:spPr/>
        <p:txBody>
          <a:bodyPr/>
          <a:lstStyle/>
          <a:p>
            <a:r>
              <a:rPr lang="en-US" b="1" u="sng" dirty="0" smtClean="0"/>
              <a:t>Characters Set </a:t>
            </a:r>
            <a:r>
              <a:rPr lang="en-US" dirty="0" smtClean="0"/>
              <a:t>:- </a:t>
            </a:r>
            <a:r>
              <a:rPr lang="en-US" sz="2800" dirty="0" smtClean="0"/>
              <a:t>A set of all the valid characters that can we use in source program.</a:t>
            </a:r>
          </a:p>
          <a:p>
            <a:pPr>
              <a:buNone/>
            </a:pPr>
            <a:r>
              <a:rPr lang="en-US" sz="2800" dirty="0" smtClean="0"/>
              <a:t>    It contains  alphabets (A-Z &amp; a-z), number(0-9) and symbols</a:t>
            </a:r>
          </a:p>
          <a:p>
            <a:pPr>
              <a:buNone/>
            </a:pPr>
            <a:r>
              <a:rPr lang="en-US" dirty="0" smtClean="0"/>
              <a:t>	</a:t>
            </a:r>
            <a:r>
              <a:rPr lang="en-US" sz="2800" dirty="0" smtClean="0"/>
              <a:t>For encoding use ASCII (7 &amp; 8) …</a:t>
            </a:r>
          </a:p>
          <a:p>
            <a:pPr>
              <a:buNone/>
            </a:pPr>
            <a:r>
              <a:rPr lang="en-US" sz="2800" dirty="0" smtClean="0"/>
              <a:t>      </a:t>
            </a:r>
            <a:r>
              <a:rPr lang="en-US" sz="2200" dirty="0" smtClean="0"/>
              <a:t>American Standard Code for Information Interchange</a:t>
            </a:r>
          </a:p>
          <a:p>
            <a:pPr>
              <a:buNone/>
            </a:pPr>
            <a:r>
              <a:rPr lang="en-US" sz="2800" dirty="0" smtClean="0"/>
              <a:t>	C can support 256 characters</a:t>
            </a:r>
          </a:p>
          <a:p>
            <a:pPr>
              <a:buNone/>
            </a:pPr>
            <a:endParaRPr lang="en-US" sz="28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US" dirty="0" smtClean="0"/>
              <a:t>Tokens </a:t>
            </a:r>
            <a:endParaRPr lang="en-US" dirty="0"/>
          </a:p>
        </p:txBody>
      </p:sp>
      <p:sp>
        <p:nvSpPr>
          <p:cNvPr id="3" name="Content Placeholder 2"/>
          <p:cNvSpPr>
            <a:spLocks noGrp="1"/>
          </p:cNvSpPr>
          <p:nvPr>
            <p:ph idx="1"/>
          </p:nvPr>
        </p:nvSpPr>
        <p:spPr>
          <a:xfrm>
            <a:off x="381000" y="990600"/>
            <a:ext cx="8229600" cy="2667000"/>
          </a:xfrm>
        </p:spPr>
        <p:txBody>
          <a:bodyPr>
            <a:normAutofit lnSpcReduction="10000"/>
          </a:bodyPr>
          <a:lstStyle/>
          <a:p>
            <a:pPr>
              <a:buNone/>
            </a:pPr>
            <a:r>
              <a:rPr lang="en-US" dirty="0" smtClean="0"/>
              <a:t>                         Set of Character Set</a:t>
            </a:r>
          </a:p>
          <a:p>
            <a:r>
              <a:rPr lang="en-US" sz="2300" dirty="0" smtClean="0"/>
              <a:t>Keyword :- 32 in c … </a:t>
            </a:r>
            <a:r>
              <a:rPr lang="en-US" sz="2300" dirty="0" err="1" smtClean="0"/>
              <a:t>int</a:t>
            </a:r>
            <a:r>
              <a:rPr lang="en-US" sz="2300" dirty="0" smtClean="0"/>
              <a:t>, main if else etc …</a:t>
            </a:r>
          </a:p>
          <a:p>
            <a:r>
              <a:rPr lang="en-US" sz="2300" dirty="0" smtClean="0"/>
              <a:t>Identifier :- </a:t>
            </a:r>
            <a:r>
              <a:rPr lang="en-US" sz="2300" dirty="0" err="1" smtClean="0"/>
              <a:t>var_name</a:t>
            </a:r>
            <a:r>
              <a:rPr lang="en-US" sz="2300" dirty="0" smtClean="0"/>
              <a:t> , </a:t>
            </a:r>
            <a:r>
              <a:rPr lang="en-US" sz="2300" dirty="0" err="1" smtClean="0"/>
              <a:t>fun_name</a:t>
            </a:r>
            <a:r>
              <a:rPr lang="en-US" sz="2300" dirty="0" smtClean="0"/>
              <a:t> , user define DS</a:t>
            </a:r>
          </a:p>
          <a:p>
            <a:r>
              <a:rPr lang="en-US" sz="2300" dirty="0" err="1" smtClean="0"/>
              <a:t>Punchuation</a:t>
            </a:r>
            <a:r>
              <a:rPr lang="en-US" sz="2300" dirty="0" smtClean="0"/>
              <a:t> Character :- Symbol  used in  syntax  </a:t>
            </a:r>
            <a:r>
              <a:rPr lang="en-US" sz="2300" dirty="0" err="1" smtClean="0"/>
              <a:t>eg</a:t>
            </a:r>
            <a:r>
              <a:rPr lang="en-US" sz="2300" dirty="0" smtClean="0"/>
              <a:t> ; ( )</a:t>
            </a:r>
          </a:p>
          <a:p>
            <a:r>
              <a:rPr lang="en-US" sz="2300" dirty="0" smtClean="0"/>
              <a:t>White spaces :- space and enter and tabs</a:t>
            </a:r>
          </a:p>
          <a:p>
            <a:r>
              <a:rPr lang="en-US" sz="2300" dirty="0" smtClean="0"/>
              <a:t>Literals :- </a:t>
            </a:r>
            <a:r>
              <a:rPr lang="en-US" sz="2300" dirty="0" err="1" smtClean="0"/>
              <a:t>int</a:t>
            </a:r>
            <a:r>
              <a:rPr lang="en-US" sz="2300" dirty="0" smtClean="0"/>
              <a:t> in syntax e.g. return 0</a:t>
            </a:r>
          </a:p>
        </p:txBody>
      </p:sp>
      <p:sp>
        <p:nvSpPr>
          <p:cNvPr id="4" name="TextBox 3"/>
          <p:cNvSpPr txBox="1"/>
          <p:nvPr/>
        </p:nvSpPr>
        <p:spPr>
          <a:xfrm>
            <a:off x="2286000" y="3962400"/>
            <a:ext cx="3276600" cy="2400657"/>
          </a:xfrm>
          <a:prstGeom prst="rect">
            <a:avLst/>
          </a:prstGeom>
          <a:noFill/>
        </p:spPr>
        <p:txBody>
          <a:bodyPr wrap="square" rtlCol="0">
            <a:spAutoFit/>
          </a:bodyPr>
          <a:lstStyle/>
          <a:p>
            <a:pPr>
              <a:buNone/>
            </a:pPr>
            <a:r>
              <a:rPr lang="en-US" sz="3000" dirty="0" err="1" smtClean="0"/>
              <a:t>int</a:t>
            </a:r>
            <a:r>
              <a:rPr lang="en-US" sz="3000" dirty="0" smtClean="0"/>
              <a:t> hello(){</a:t>
            </a:r>
          </a:p>
          <a:p>
            <a:pPr>
              <a:buNone/>
            </a:pPr>
            <a:r>
              <a:rPr lang="en-US" sz="3000" dirty="0" smtClean="0"/>
              <a:t>	</a:t>
            </a:r>
            <a:r>
              <a:rPr lang="en-US" sz="3000" dirty="0" err="1" smtClean="0"/>
              <a:t>printf</a:t>
            </a:r>
            <a:r>
              <a:rPr lang="en-US" sz="3000" dirty="0" smtClean="0"/>
              <a:t>(“Hi”);</a:t>
            </a:r>
          </a:p>
          <a:p>
            <a:pPr>
              <a:buNone/>
            </a:pPr>
            <a:r>
              <a:rPr lang="en-US" sz="3000" dirty="0" smtClean="0"/>
              <a:t>	return 0;</a:t>
            </a:r>
          </a:p>
          <a:p>
            <a:pPr>
              <a:buNone/>
            </a:pPr>
            <a:r>
              <a:rPr lang="en-US" sz="3000" dirty="0" smtClean="0"/>
              <a:t>}</a:t>
            </a:r>
          </a:p>
          <a:p>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Lexical in c</a:t>
            </a:r>
            <a:endParaRPr lang="en-US" dirty="0"/>
          </a:p>
        </p:txBody>
      </p:sp>
      <p:graphicFrame>
        <p:nvGraphicFramePr>
          <p:cNvPr id="4" name="Content Placeholder 3"/>
          <p:cNvGraphicFramePr>
            <a:graphicFrameLocks noGrp="1"/>
          </p:cNvGraphicFramePr>
          <p:nvPr>
            <p:ph idx="1"/>
          </p:nvPr>
        </p:nvGraphicFramePr>
        <p:xfrm>
          <a:off x="457200" y="1981200"/>
          <a:ext cx="1905000"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p:cNvGraphicFramePr>
            <a:graphicFrameLocks/>
          </p:cNvGraphicFramePr>
          <p:nvPr/>
        </p:nvGraphicFramePr>
        <p:xfrm>
          <a:off x="5257800" y="1905000"/>
          <a:ext cx="1905000" cy="44958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Arrays</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sz="3500" b="1" u="sng" dirty="0" smtClean="0"/>
              <a:t>Properties of Array</a:t>
            </a:r>
            <a:endParaRPr lang="en-US" sz="3500" b="1" u="sng" dirty="0"/>
          </a:p>
        </p:txBody>
      </p:sp>
      <p:sp>
        <p:nvSpPr>
          <p:cNvPr id="3" name="Content Placeholder 2"/>
          <p:cNvSpPr>
            <a:spLocks noGrp="1"/>
          </p:cNvSpPr>
          <p:nvPr>
            <p:ph idx="1"/>
          </p:nvPr>
        </p:nvSpPr>
        <p:spPr>
          <a:xfrm>
            <a:off x="381000" y="609600"/>
            <a:ext cx="8458200" cy="6248400"/>
          </a:xfrm>
        </p:spPr>
        <p:txBody>
          <a:bodyPr>
            <a:normAutofit/>
          </a:bodyPr>
          <a:lstStyle/>
          <a:p>
            <a:pPr marL="514350" indent="-514350">
              <a:buNone/>
            </a:pPr>
            <a:r>
              <a:rPr lang="en-US" dirty="0" smtClean="0"/>
              <a:t> </a:t>
            </a:r>
          </a:p>
        </p:txBody>
      </p:sp>
      <p:sp>
        <p:nvSpPr>
          <p:cNvPr id="5" name="Rectangle 4"/>
          <p:cNvSpPr/>
          <p:nvPr/>
        </p:nvSpPr>
        <p:spPr>
          <a:xfrm>
            <a:off x="0" y="762000"/>
            <a:ext cx="9144000" cy="5509200"/>
          </a:xfrm>
          <a:prstGeom prst="rect">
            <a:avLst/>
          </a:prstGeom>
        </p:spPr>
        <p:txBody>
          <a:bodyPr wrap="square">
            <a:spAutoFit/>
          </a:bodyPr>
          <a:lstStyle/>
          <a:p>
            <a:pPr fontAlgn="base"/>
            <a:r>
              <a:rPr lang="en-US" sz="2200" b="1" dirty="0" smtClean="0"/>
              <a:t>1</a:t>
            </a:r>
            <a:r>
              <a:rPr lang="en-US" sz="2200" b="1" dirty="0" smtClean="0">
                <a:latin typeface="+mj-lt"/>
              </a:rPr>
              <a:t>. Fixed Size</a:t>
            </a:r>
          </a:p>
          <a:p>
            <a:pPr fontAlgn="base"/>
            <a:r>
              <a:rPr lang="en-US" dirty="0" smtClean="0">
                <a:latin typeface="+mj-lt"/>
              </a:rPr>
              <a:t>The array in C is of fixed-size. The size of the array must be known at the compile time and it cannot be changed once it is declared.</a:t>
            </a:r>
          </a:p>
          <a:p>
            <a:pPr fontAlgn="base"/>
            <a:r>
              <a:rPr lang="en-US" sz="2200" b="1" dirty="0" smtClean="0">
                <a:latin typeface="+mj-lt"/>
              </a:rPr>
              <a:t>2. Homogeneous Collection</a:t>
            </a:r>
          </a:p>
          <a:p>
            <a:pPr fontAlgn="base"/>
            <a:r>
              <a:rPr lang="en-US" dirty="0" smtClean="0">
                <a:latin typeface="+mj-lt"/>
              </a:rPr>
              <a:t>We can only store one type of element in an array. There is no restriction on the number of elements but the type must same.</a:t>
            </a:r>
          </a:p>
          <a:p>
            <a:pPr fontAlgn="base"/>
            <a:r>
              <a:rPr lang="en-US" sz="2200" b="1" dirty="0" smtClean="0">
                <a:latin typeface="+mj-lt"/>
              </a:rPr>
              <a:t>3. Indexing in Array</a:t>
            </a:r>
            <a:endParaRPr lang="en-US" sz="2200" dirty="0" smtClean="0">
              <a:latin typeface="+mj-lt"/>
            </a:endParaRPr>
          </a:p>
          <a:p>
            <a:pPr fontAlgn="base"/>
            <a:r>
              <a:rPr lang="en-US" sz="2200" b="1" dirty="0" smtClean="0">
                <a:latin typeface="+mj-lt"/>
              </a:rPr>
              <a:t>4. Dimensions of an Array</a:t>
            </a:r>
          </a:p>
          <a:p>
            <a:pPr fontAlgn="base"/>
            <a:r>
              <a:rPr lang="en-US" dirty="0" smtClean="0">
                <a:latin typeface="+mj-lt"/>
              </a:rPr>
              <a:t>It is the number of directions in which you can grow the array size.</a:t>
            </a:r>
          </a:p>
          <a:p>
            <a:pPr fontAlgn="base"/>
            <a:r>
              <a:rPr lang="en-US" sz="2200" b="1" dirty="0" smtClean="0">
                <a:latin typeface="+mj-lt"/>
              </a:rPr>
              <a:t>5. Contiguous Storage</a:t>
            </a:r>
          </a:p>
          <a:p>
            <a:pPr fontAlgn="base"/>
            <a:r>
              <a:rPr lang="en-US" dirty="0" smtClean="0">
                <a:latin typeface="+mj-lt"/>
              </a:rPr>
              <a:t>All the elements in the array are stored continuously one after another in the memory. It is one of the defining properties of the array in C </a:t>
            </a:r>
            <a:r>
              <a:rPr lang="en-US" dirty="0" smtClean="0">
                <a:solidFill>
                  <a:srgbClr val="FF0000"/>
                </a:solidFill>
                <a:latin typeface="+mj-lt"/>
              </a:rPr>
              <a:t>which is also the reason why random access</a:t>
            </a:r>
            <a:r>
              <a:rPr lang="en-US" dirty="0" smtClean="0">
                <a:solidFill>
                  <a:srgbClr val="FFFF00"/>
                </a:solidFill>
                <a:latin typeface="+mj-lt"/>
              </a:rPr>
              <a:t> </a:t>
            </a:r>
            <a:r>
              <a:rPr lang="en-US" dirty="0" smtClean="0">
                <a:latin typeface="+mj-lt"/>
              </a:rPr>
              <a:t>is possible in the array.</a:t>
            </a:r>
          </a:p>
          <a:p>
            <a:pPr fontAlgn="base"/>
            <a:r>
              <a:rPr lang="en-US" sz="2200" b="1" dirty="0" smtClean="0">
                <a:latin typeface="+mj-lt"/>
              </a:rPr>
              <a:t>6. Random Access</a:t>
            </a:r>
          </a:p>
          <a:p>
            <a:pPr fontAlgn="base"/>
            <a:r>
              <a:rPr lang="en-US" dirty="0" smtClean="0">
                <a:latin typeface="+mj-lt"/>
              </a:rPr>
              <a:t>The array in C provides random access to its element </a:t>
            </a:r>
            <a:r>
              <a:rPr lang="en-US" dirty="0" err="1" smtClean="0">
                <a:latin typeface="+mj-lt"/>
              </a:rPr>
              <a:t>i.e</a:t>
            </a:r>
            <a:r>
              <a:rPr lang="en-US" dirty="0" smtClean="0">
                <a:latin typeface="+mj-lt"/>
              </a:rPr>
              <a:t> we can get to a random element at any index of the array in constant time complexity just by using its index number.</a:t>
            </a:r>
          </a:p>
          <a:p>
            <a:pPr fontAlgn="base"/>
            <a:r>
              <a:rPr lang="en-US" sz="2200" b="1" dirty="0" smtClean="0">
                <a:latin typeface="+mj-lt"/>
              </a:rPr>
              <a:t>7. No Index Out of Bounds Checking</a:t>
            </a:r>
          </a:p>
          <a:p>
            <a:pPr fontAlgn="base"/>
            <a:r>
              <a:rPr lang="en-US" dirty="0" smtClean="0">
                <a:latin typeface="+mj-lt"/>
              </a:rPr>
              <a:t>, the following program compiles fine but may produce unexpected output when run.  </a:t>
            </a:r>
            <a:endParaRPr lang="en-US"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 size calculator</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Size of</a:t>
            </a:r>
          </a:p>
          <a:p>
            <a:pPr marL="514350" indent="-514350">
              <a:buFont typeface="+mj-lt"/>
              <a:buAutoNum type="arabicPeriod"/>
            </a:pPr>
            <a:endParaRPr lang="en-US" dirty="0" smtClean="0"/>
          </a:p>
          <a:p>
            <a:pPr marL="514350" indent="-514350">
              <a:buFont typeface="+mj-lt"/>
              <a:buAutoNum type="arabicPeriod"/>
            </a:pPr>
            <a:r>
              <a:rPr lang="en-US" dirty="0" smtClean="0"/>
              <a:t>Using loop</a:t>
            </a:r>
          </a:p>
          <a:p>
            <a:pPr marL="514350" indent="-514350">
              <a:buFont typeface="+mj-lt"/>
              <a:buAutoNum type="arabicPeriod"/>
            </a:pPr>
            <a:r>
              <a:rPr lang="en-US" dirty="0" smtClean="0"/>
              <a:t>Using pointer</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puts </a:t>
            </a:r>
            <a:r>
              <a:rPr lang="en-US" dirty="0" err="1" smtClean="0"/>
              <a:t>vs</a:t>
            </a:r>
            <a:r>
              <a:rPr lang="en-US" dirty="0" smtClean="0"/>
              <a:t> </a:t>
            </a:r>
            <a:r>
              <a:rPr lang="en-US" dirty="0" err="1" smtClean="0"/>
              <a:t>printf</a:t>
            </a:r>
            <a:endParaRPr lang="en-US" dirty="0"/>
          </a:p>
        </p:txBody>
      </p:sp>
      <p:graphicFrame>
        <p:nvGraphicFramePr>
          <p:cNvPr id="6" name="Content Placeholder 5"/>
          <p:cNvGraphicFramePr>
            <a:graphicFrameLocks noGrp="1"/>
          </p:cNvGraphicFramePr>
          <p:nvPr>
            <p:ph idx="1"/>
          </p:nvPr>
        </p:nvGraphicFramePr>
        <p:xfrm>
          <a:off x="228600" y="1295400"/>
          <a:ext cx="8610600" cy="5156903"/>
        </p:xfrm>
        <a:graphic>
          <a:graphicData uri="http://schemas.openxmlformats.org/drawingml/2006/table">
            <a:tbl>
              <a:tblPr firstRow="1" bandRow="1">
                <a:tableStyleId>{2D5ABB26-0587-4C30-8999-92F81FD0307C}</a:tableStyleId>
              </a:tblPr>
              <a:tblGrid>
                <a:gridCol w="4305300"/>
                <a:gridCol w="4305300"/>
              </a:tblGrid>
              <a:tr h="622644">
                <a:tc>
                  <a:txBody>
                    <a:bodyPr/>
                    <a:lstStyle/>
                    <a:p>
                      <a:pPr algn="ctr" fontAlgn="base"/>
                      <a:r>
                        <a:rPr lang="en-US" sz="1800" b="1" dirty="0" err="1"/>
                        <a:t>printf</a:t>
                      </a:r>
                      <a:r>
                        <a:rPr lang="en-US" sz="1800" b="1" dirty="0"/>
                        <a:t>()</a:t>
                      </a:r>
                    </a:p>
                  </a:txBody>
                  <a:tcPr marL="38100" marR="3810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1800" b="1" dirty="0"/>
                        <a:t>puts</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98579">
                <a:tc>
                  <a:txBody>
                    <a:bodyPr/>
                    <a:lstStyle/>
                    <a:p>
                      <a:pPr algn="ctr" fontAlgn="ctr"/>
                      <a:r>
                        <a:rPr lang="en-US" sz="1800" spc="0" dirty="0" err="1"/>
                        <a:t>printf</a:t>
                      </a:r>
                      <a:r>
                        <a:rPr lang="en-US" sz="1800" spc="0" dirty="0"/>
                        <a:t> allows us to print formatted strings using format </a:t>
                      </a:r>
                      <a:r>
                        <a:rPr lang="en-US" sz="1800" spc="0" dirty="0" err="1"/>
                        <a:t>specifiers</a:t>
                      </a:r>
                      <a:r>
                        <a:rPr lang="en-US" sz="1800" spc="0" dirty="0"/>
                        <a:t>.</a:t>
                      </a:r>
                      <a:endParaRPr lang="en-US" sz="1800" b="0" spc="0" dirty="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spc="0" dirty="0"/>
                        <a:t>puts do not support formatting.</a:t>
                      </a:r>
                      <a:endParaRPr lang="en-US" sz="1800" b="0" spc="0" dirty="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91192">
                <a:tc>
                  <a:txBody>
                    <a:bodyPr/>
                    <a:lstStyle/>
                    <a:p>
                      <a:pPr algn="ctr" fontAlgn="ctr"/>
                      <a:r>
                        <a:rPr lang="en-US" sz="1800" spc="0" dirty="0" err="1"/>
                        <a:t>printf</a:t>
                      </a:r>
                      <a:r>
                        <a:rPr lang="en-US" sz="1800" spc="0" dirty="0"/>
                        <a:t> does not add new line characters automatically.</a:t>
                      </a:r>
                      <a:endParaRPr lang="en-US" sz="1800" b="0" spc="0" dirty="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spc="0" dirty="0"/>
                        <a:t>puts automatically adds a new line character.</a:t>
                      </a:r>
                      <a:endParaRPr lang="en-US" sz="1800" b="0" spc="0" dirty="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98579">
                <a:tc>
                  <a:txBody>
                    <a:bodyPr/>
                    <a:lstStyle/>
                    <a:p>
                      <a:pPr algn="ctr" fontAlgn="ctr"/>
                      <a:r>
                        <a:rPr lang="en-US" sz="1800" spc="0" dirty="0"/>
                        <a:t>It returns the number of characters successfully written to the console</a:t>
                      </a:r>
                      <a:r>
                        <a:rPr lang="en-US" sz="1800" spc="0" dirty="0" smtClean="0"/>
                        <a:t>.</a:t>
                      </a:r>
                    </a:p>
                    <a:p>
                      <a:pPr algn="ctr" fontAlgn="ctr"/>
                      <a:r>
                        <a:rPr lang="en-US" sz="1800" b="0" spc="0" dirty="0" smtClean="0"/>
                        <a:t>-</a:t>
                      </a:r>
                      <a:r>
                        <a:rPr lang="en-US" sz="1800" b="0" spc="0" dirty="0" err="1" smtClean="0"/>
                        <a:t>ive</a:t>
                      </a:r>
                      <a:r>
                        <a:rPr lang="en-US" sz="1800" b="0" spc="0" dirty="0" smtClean="0"/>
                        <a:t> for an error</a:t>
                      </a:r>
                      <a:endParaRPr lang="en-US" sz="1800" b="0" spc="0" dirty="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spc="0" dirty="0"/>
                        <a:t>It returns a non-negative value on success and EOF (end-of-file) on failure.</a:t>
                      </a:r>
                      <a:endParaRPr lang="en-US" sz="1800" b="0" spc="0" dirty="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57388">
                <a:tc>
                  <a:txBody>
                    <a:bodyPr/>
                    <a:lstStyle/>
                    <a:p>
                      <a:pPr algn="ctr" fontAlgn="ctr"/>
                      <a:r>
                        <a:rPr lang="en-US" sz="1800" spc="0" dirty="0" err="1"/>
                        <a:t>printf</a:t>
                      </a:r>
                      <a:r>
                        <a:rPr lang="en-US" sz="1800" spc="0" dirty="0"/>
                        <a:t> can handle multiple strings at one time which helps in concatenating the strings in the output.</a:t>
                      </a:r>
                      <a:endParaRPr lang="en-US" sz="1800" b="0" spc="0" dirty="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spc="0"/>
                        <a:t>puts can print a single string at one time.</a:t>
                      </a:r>
                      <a:endParaRPr lang="en-US" sz="1800" b="0" spc="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4997">
                <a:tc>
                  <a:txBody>
                    <a:bodyPr/>
                    <a:lstStyle/>
                    <a:p>
                      <a:pPr algn="ctr" fontAlgn="ctr"/>
                      <a:r>
                        <a:rPr lang="en-US" sz="1800" spc="0"/>
                        <a:t>printf can print data of different data types.</a:t>
                      </a:r>
                      <a:endParaRPr lang="en-US" sz="1800" b="0" spc="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spc="0" dirty="0"/>
                        <a:t>puts can print only strings.</a:t>
                      </a:r>
                      <a:endParaRPr lang="en-US" sz="1800" b="0" spc="0" dirty="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Entry function</a:t>
            </a:r>
            <a:endParaRPr lang="en-US" dirty="0"/>
          </a:p>
        </p:txBody>
      </p:sp>
      <p:sp>
        <p:nvSpPr>
          <p:cNvPr id="3" name="Content Placeholder 2"/>
          <p:cNvSpPr>
            <a:spLocks noGrp="1"/>
          </p:cNvSpPr>
          <p:nvPr>
            <p:ph idx="1"/>
          </p:nvPr>
        </p:nvSpPr>
        <p:spPr/>
        <p:txBody>
          <a:bodyPr/>
          <a:lstStyle/>
          <a:p>
            <a:r>
              <a:rPr lang="en-US" dirty="0" smtClean="0"/>
              <a:t> </a:t>
            </a:r>
            <a:r>
              <a:rPr lang="en-US" dirty="0" err="1" smtClean="0"/>
              <a:t>scanf</a:t>
            </a:r>
            <a:r>
              <a:rPr lang="en-US" dirty="0" smtClean="0"/>
              <a:t>() gets() </a:t>
            </a:r>
            <a:r>
              <a:rPr lang="en-US" dirty="0" err="1" smtClean="0"/>
              <a:t>getch</a:t>
            </a:r>
            <a:r>
              <a:rPr lang="en-US" dirty="0" smtClean="0"/>
              <a:t>() </a:t>
            </a:r>
            <a:r>
              <a:rPr lang="en-US" dirty="0" err="1" smtClean="0"/>
              <a:t>fgets</a:t>
            </a:r>
            <a:r>
              <a:rPr lang="en-US" dirty="0" smtClean="0"/>
              <a:t>()</a:t>
            </a:r>
            <a:r>
              <a:rPr lang="en-US" dirty="0" err="1" smtClean="0"/>
              <a:t>fchar</a:t>
            </a:r>
            <a:r>
              <a:rPr lang="en-US" dirty="0" smtClean="0"/>
              <a:t>() </a:t>
            </a:r>
            <a:r>
              <a:rPr lang="en-US" dirty="0" err="1" smtClean="0"/>
              <a:t>fscanf</a:t>
            </a:r>
            <a:r>
              <a:rPr lang="en-US" dirty="0" smtClean="0"/>
              <a: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Storage Class </a:t>
            </a:r>
            <a:endParaRPr lang="en-US" dirty="0"/>
          </a:p>
        </p:txBody>
      </p:sp>
      <p:sp>
        <p:nvSpPr>
          <p:cNvPr id="3" name="Content Placeholder 2"/>
          <p:cNvSpPr>
            <a:spLocks noGrp="1"/>
          </p:cNvSpPr>
          <p:nvPr>
            <p:ph idx="1"/>
          </p:nvPr>
        </p:nvSpPr>
        <p:spPr/>
        <p:txBody>
          <a:bodyPr>
            <a:normAutofit/>
          </a:bodyPr>
          <a:lstStyle/>
          <a:p>
            <a:pPr>
              <a:buNone/>
            </a:pPr>
            <a:r>
              <a:rPr lang="en-US" sz="2500" dirty="0" smtClean="0"/>
              <a:t>     Storage Classes in C describe the features of a variable/function. These features basically include the scope, visibility, and lifetime which help us to trace the existence of a particular variable during the runtime of a program.</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Parameters</a:t>
            </a:r>
            <a:endParaRPr lang="en-US" dirty="0"/>
          </a:p>
        </p:txBody>
      </p:sp>
      <p:sp>
        <p:nvSpPr>
          <p:cNvPr id="3" name="Content Placeholder 2"/>
          <p:cNvSpPr>
            <a:spLocks noGrp="1"/>
          </p:cNvSpPr>
          <p:nvPr>
            <p:ph idx="1"/>
          </p:nvPr>
        </p:nvSpPr>
        <p:spPr/>
        <p:txBody>
          <a:bodyPr>
            <a:normAutofit fontScale="85000" lnSpcReduction="10000"/>
          </a:bodyPr>
          <a:lstStyle/>
          <a:p>
            <a:pPr fontAlgn="base"/>
            <a:r>
              <a:rPr lang="en-US" b="1" dirty="0" smtClean="0"/>
              <a:t>Formal Parameter:</a:t>
            </a:r>
            <a:r>
              <a:rPr lang="en-US" dirty="0" smtClean="0"/>
              <a:t> A variable and its type as they appear in the prototype of the function or method.</a:t>
            </a:r>
          </a:p>
          <a:p>
            <a:pPr fontAlgn="base"/>
            <a:r>
              <a:rPr lang="en-US" b="1" dirty="0" smtClean="0"/>
              <a:t>Actual Parameter:</a:t>
            </a:r>
            <a:r>
              <a:rPr lang="en-US" dirty="0" smtClean="0"/>
              <a:t> The variable or expression corresponding to a formal parameter that appears in the function or method call in the calling environment.</a:t>
            </a:r>
          </a:p>
          <a:p>
            <a:pPr fontAlgn="base"/>
            <a:r>
              <a:rPr lang="en-US" b="1" dirty="0" smtClean="0"/>
              <a:t>Modes:</a:t>
            </a:r>
            <a:endParaRPr lang="en-US" dirty="0" smtClean="0"/>
          </a:p>
          <a:p>
            <a:pPr lvl="1" fontAlgn="base"/>
            <a:r>
              <a:rPr lang="en-US" b="1" dirty="0" smtClean="0"/>
              <a:t>IN:</a:t>
            </a:r>
            <a:r>
              <a:rPr lang="en-US" dirty="0" smtClean="0"/>
              <a:t> Passes info from caller to the </a:t>
            </a:r>
            <a:r>
              <a:rPr lang="en-US" dirty="0" err="1" smtClean="0"/>
              <a:t>callee</a:t>
            </a:r>
            <a:r>
              <a:rPr lang="en-US" dirty="0" smtClean="0"/>
              <a:t>.</a:t>
            </a:r>
          </a:p>
          <a:p>
            <a:pPr lvl="1" fontAlgn="base"/>
            <a:r>
              <a:rPr lang="en-US" b="1" dirty="0" smtClean="0"/>
              <a:t>OUT:</a:t>
            </a:r>
            <a:r>
              <a:rPr lang="en-US" dirty="0" smtClean="0"/>
              <a:t> </a:t>
            </a:r>
            <a:r>
              <a:rPr lang="en-US" dirty="0" err="1" smtClean="0"/>
              <a:t>Callee</a:t>
            </a:r>
            <a:r>
              <a:rPr lang="en-US" dirty="0" smtClean="0"/>
              <a:t> writes values in the caller.</a:t>
            </a:r>
          </a:p>
          <a:p>
            <a:pPr lvl="1" fontAlgn="base"/>
            <a:r>
              <a:rPr lang="en-US" b="1" dirty="0" smtClean="0"/>
              <a:t>IN/OUT:</a:t>
            </a:r>
            <a:r>
              <a:rPr lang="en-US" dirty="0" smtClean="0"/>
              <a:t> The caller tells the </a:t>
            </a:r>
            <a:r>
              <a:rPr lang="en-US" dirty="0" err="1" smtClean="0"/>
              <a:t>callee</a:t>
            </a:r>
            <a:r>
              <a:rPr lang="en-US" dirty="0" smtClean="0"/>
              <a:t> the value of the variable, which may be updated by the </a:t>
            </a:r>
            <a:r>
              <a:rPr lang="en-US" dirty="0" err="1" smtClean="0"/>
              <a:t>callee</a:t>
            </a:r>
            <a:r>
              <a:rPr lang="en-US" dirty="0" smtClean="0"/>
              <a:t>.</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C function prototype is a statement that tells the compiler about the function’s name, its return type, numbers and data types of its parameters.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Variadic</a:t>
            </a:r>
            <a:r>
              <a:rPr lang="en-US" dirty="0" smtClean="0"/>
              <a:t> function</a:t>
            </a:r>
            <a:endParaRPr lang="en-US" dirty="0"/>
          </a:p>
        </p:txBody>
      </p:sp>
      <p:sp>
        <p:nvSpPr>
          <p:cNvPr id="3" name="Content Placeholder 2"/>
          <p:cNvSpPr>
            <a:spLocks noGrp="1"/>
          </p:cNvSpPr>
          <p:nvPr>
            <p:ph idx="1"/>
          </p:nvPr>
        </p:nvSpPr>
        <p:spPr/>
        <p:txBody>
          <a:bodyPr/>
          <a:lstStyle/>
          <a:p>
            <a:pPr>
              <a:buNone/>
            </a:pPr>
            <a:r>
              <a:rPr lang="en-US" u="sng" dirty="0" err="1" smtClean="0">
                <a:hlinkClick r:id="rId3"/>
              </a:rPr>
              <a:t>Variadic</a:t>
            </a:r>
            <a:r>
              <a:rPr lang="en-US" u="sng" dirty="0" smtClean="0">
                <a:hlinkClick r:id="rId3"/>
              </a:rPr>
              <a:t> functions</a:t>
            </a:r>
            <a:r>
              <a:rPr lang="en-US" dirty="0" smtClean="0"/>
              <a:t> are </a:t>
            </a:r>
            <a:r>
              <a:rPr lang="en-US" u="sng" dirty="0" smtClean="0">
                <a:hlinkClick r:id="rId4"/>
              </a:rPr>
              <a:t>functions</a:t>
            </a:r>
            <a:r>
              <a:rPr lang="en-US" dirty="0" smtClean="0"/>
              <a:t> that can take a variable number of </a:t>
            </a:r>
            <a:r>
              <a:rPr lang="en-US" u="sng" dirty="0" smtClean="0">
                <a:hlinkClick r:id="rId5"/>
              </a:rPr>
              <a:t>arguments</a:t>
            </a:r>
            <a:r>
              <a:rPr lang="en-US" u="sng" dirty="0" smtClean="0"/>
              <a:t>.</a:t>
            </a:r>
          </a:p>
          <a:p>
            <a:pPr>
              <a:buNone/>
            </a:pPr>
            <a:r>
              <a:rPr lang="en-US" dirty="0" smtClean="0"/>
              <a:t>The </a:t>
            </a:r>
            <a:r>
              <a:rPr lang="en-US" dirty="0" err="1" smtClean="0"/>
              <a:t>variadic</a:t>
            </a:r>
            <a:r>
              <a:rPr lang="en-US" dirty="0" smtClean="0"/>
              <a:t> function consists of at least one fixed variable and then an ellipsis(…) as the last parameter.</a:t>
            </a:r>
          </a:p>
          <a:p>
            <a:pPr>
              <a:buNone/>
            </a:pPr>
            <a:r>
              <a:rPr lang="en-US" dirty="0" smtClean="0"/>
              <a:t> </a:t>
            </a:r>
            <a:r>
              <a:rPr lang="en-US" dirty="0" err="1" smtClean="0"/>
              <a:t>int</a:t>
            </a:r>
            <a:r>
              <a:rPr lang="en-US" dirty="0" smtClean="0"/>
              <a:t> fun(</a:t>
            </a:r>
            <a:r>
              <a:rPr lang="en-US" dirty="0" err="1" smtClean="0"/>
              <a:t>int</a:t>
            </a:r>
            <a:r>
              <a:rPr lang="en-US" dirty="0" smtClean="0"/>
              <a:t> x,…);  // syntax</a:t>
            </a:r>
          </a:p>
          <a:p>
            <a:pPr>
              <a:buNone/>
            </a:pPr>
            <a:r>
              <a:rPr lang="en-US" dirty="0" smtClean="0"/>
              <a:t>A </a:t>
            </a:r>
            <a:r>
              <a:rPr lang="en-US" dirty="0" err="1" smtClean="0"/>
              <a:t>liberary</a:t>
            </a:r>
            <a:r>
              <a:rPr lang="en-US" dirty="0" smtClean="0"/>
              <a:t> Is used to access to the variable</a:t>
            </a:r>
          </a:p>
          <a:p>
            <a:pPr>
              <a:buNone/>
            </a:pPr>
            <a:r>
              <a:rPr lang="en-US" dirty="0" smtClean="0"/>
              <a:t>#include &lt;</a:t>
            </a:r>
            <a:r>
              <a:rPr lang="en-US" dirty="0" err="1" smtClean="0"/>
              <a:t>stdarg.h</a:t>
            </a:r>
            <a:r>
              <a:rPr lang="en-US" dirty="0" smtClean="0"/>
              <a:t>&gt;   // header file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457200" y="1752600"/>
          <a:ext cx="8229600" cy="4419600"/>
        </p:xfrm>
        <a:graphic>
          <a:graphicData uri="http://schemas.openxmlformats.org/drawingml/2006/table">
            <a:tbl>
              <a:tblPr firstRow="1" bandRow="1">
                <a:tableStyleId>{2D5ABB26-0587-4C30-8999-92F81FD0307C}</a:tableStyleId>
              </a:tblPr>
              <a:tblGrid>
                <a:gridCol w="4114800"/>
                <a:gridCol w="4114800"/>
              </a:tblGrid>
              <a:tr h="11049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1049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1049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1049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Pointers</a:t>
            </a:r>
            <a:endParaRPr lang="en-US" dirty="0"/>
          </a:p>
        </p:txBody>
      </p:sp>
      <p:sp>
        <p:nvSpPr>
          <p:cNvPr id="3" name="Content Placeholder 2"/>
          <p:cNvSpPr>
            <a:spLocks noGrp="1"/>
          </p:cNvSpPr>
          <p:nvPr>
            <p:ph idx="1"/>
          </p:nvPr>
        </p:nvSpPr>
        <p:spPr/>
        <p:txBody>
          <a:bodyPr/>
          <a:lstStyle/>
          <a:p>
            <a:r>
              <a:rPr lang="en-US" dirty="0" smtClean="0"/>
              <a:t>. A pointer can be used to store the </a:t>
            </a:r>
            <a:r>
              <a:rPr lang="en-US" b="1" dirty="0" smtClean="0"/>
              <a:t>memory address </a:t>
            </a:r>
            <a:r>
              <a:rPr lang="en-US" dirty="0" smtClean="0"/>
              <a:t>of other variables, functions, or even other pointers. The use of pointers allows low-level memory access, dynamic memory allocation, and many other functionality in C.</a:t>
            </a:r>
          </a:p>
          <a:p>
            <a:r>
              <a:rPr lang="en-US" dirty="0" smtClean="0"/>
              <a:t>As the pointers store the memory addresses, their size is independent of the type of data they are pointing to.</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Integer Pointer :- Point to Integer</a:t>
            </a:r>
          </a:p>
          <a:p>
            <a:r>
              <a:rPr lang="en-US" dirty="0" smtClean="0"/>
              <a:t>Array Pointer:- </a:t>
            </a:r>
          </a:p>
          <a:p>
            <a:r>
              <a:rPr lang="en-US" dirty="0" smtClean="0"/>
              <a:t>Structure Pointer :- </a:t>
            </a:r>
          </a:p>
          <a:p>
            <a:r>
              <a:rPr lang="en-US" dirty="0" smtClean="0"/>
              <a:t>Function Pointer :- </a:t>
            </a:r>
          </a:p>
          <a:p>
            <a:r>
              <a:rPr lang="en-US" dirty="0" smtClean="0"/>
              <a:t>Double Pointer :- </a:t>
            </a:r>
          </a:p>
          <a:p>
            <a:r>
              <a:rPr lang="en-US" dirty="0" smtClean="0"/>
              <a:t>NULL Pointer :- </a:t>
            </a:r>
          </a:p>
          <a:p>
            <a:r>
              <a:rPr lang="en-US" dirty="0" smtClean="0"/>
              <a:t>Void Pointer :- </a:t>
            </a:r>
          </a:p>
          <a:p>
            <a:r>
              <a:rPr lang="en-US" dirty="0" smtClean="0"/>
              <a:t>Wild Pointer :-</a:t>
            </a:r>
          </a:p>
          <a:p>
            <a:r>
              <a:rPr lang="en-US" dirty="0" smtClean="0"/>
              <a:t>Constant Pointer</a:t>
            </a:r>
          </a:p>
          <a:p>
            <a:r>
              <a:rPr lang="en-US" dirty="0" smtClean="0"/>
              <a:t>Pointer to Constant :- </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 pointer</a:t>
            </a:r>
            <a:endParaRPr lang="en-US" dirty="0"/>
          </a:p>
        </p:txBody>
      </p:sp>
      <p:sp>
        <p:nvSpPr>
          <p:cNvPr id="3" name="Content Placeholder 2"/>
          <p:cNvSpPr>
            <a:spLocks noGrp="1"/>
          </p:cNvSpPr>
          <p:nvPr>
            <p:ph idx="1"/>
          </p:nvPr>
        </p:nvSpPr>
        <p:spPr/>
        <p:txBody>
          <a:bodyPr>
            <a:normAutofit lnSpcReduction="10000"/>
          </a:bodyPr>
          <a:lstStyle/>
          <a:p>
            <a:pPr fontAlgn="base"/>
            <a:r>
              <a:rPr lang="en-US" dirty="0" smtClean="0"/>
              <a:t>Function pointers point to the functions. They are different from the rest of the pointers in the sense that instead of pointing to the data, they point to the code. Let’s consider a function prototype – </a:t>
            </a:r>
            <a:r>
              <a:rPr lang="en-US" b="1" dirty="0" err="1" smtClean="0"/>
              <a:t>int</a:t>
            </a:r>
            <a:r>
              <a:rPr lang="en-US" b="1" dirty="0" smtClean="0"/>
              <a:t> </a:t>
            </a:r>
            <a:r>
              <a:rPr lang="en-US" b="1" dirty="0" err="1" smtClean="0"/>
              <a:t>func</a:t>
            </a:r>
            <a:r>
              <a:rPr lang="en-US" b="1" dirty="0" smtClean="0"/>
              <a:t> (</a:t>
            </a:r>
            <a:r>
              <a:rPr lang="en-US" b="1" dirty="0" err="1" smtClean="0"/>
              <a:t>int</a:t>
            </a:r>
            <a:r>
              <a:rPr lang="en-US" b="1" dirty="0" smtClean="0"/>
              <a:t>, char)</a:t>
            </a:r>
            <a:r>
              <a:rPr lang="en-US" dirty="0" smtClean="0"/>
              <a:t>,</a:t>
            </a:r>
            <a:r>
              <a:rPr lang="en-US" b="1" dirty="0" smtClean="0"/>
              <a:t> </a:t>
            </a:r>
            <a:r>
              <a:rPr lang="en-US" dirty="0" smtClean="0"/>
              <a:t>the </a:t>
            </a:r>
            <a:r>
              <a:rPr lang="en-US" u="sng" dirty="0" smtClean="0">
                <a:hlinkClick r:id="rId2"/>
              </a:rPr>
              <a:t>function pointer</a:t>
            </a:r>
            <a:r>
              <a:rPr lang="en-US" dirty="0" smtClean="0"/>
              <a:t> for this function will be</a:t>
            </a:r>
          </a:p>
          <a:p>
            <a:pPr fontAlgn="base"/>
            <a:r>
              <a:rPr lang="en-US" b="1" dirty="0" smtClean="0"/>
              <a:t>Syntax</a:t>
            </a:r>
            <a:endParaRPr lang="en-US" dirty="0" smtClean="0"/>
          </a:p>
          <a:p>
            <a:r>
              <a:rPr lang="en-US" dirty="0" err="1" smtClean="0"/>
              <a:t>int</a:t>
            </a:r>
            <a:r>
              <a:rPr lang="en-US" dirty="0" smtClean="0"/>
              <a:t> (*</a:t>
            </a:r>
            <a:r>
              <a:rPr lang="en-US" dirty="0" err="1" smtClean="0"/>
              <a:t>ptr</a:t>
            </a:r>
            <a:r>
              <a:rPr lang="en-US" dirty="0" smtClean="0"/>
              <a:t>)(</a:t>
            </a:r>
            <a:r>
              <a:rPr lang="en-US" dirty="0" err="1" smtClean="0"/>
              <a:t>int</a:t>
            </a:r>
            <a:r>
              <a:rPr lang="en-US" dirty="0" smtClean="0"/>
              <a:t>, char);</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Void</a:t>
            </a:r>
            <a:endParaRPr lang="en-US" dirty="0"/>
          </a:p>
        </p:txBody>
      </p:sp>
      <p:sp>
        <p:nvSpPr>
          <p:cNvPr id="3" name="Content Placeholder 2"/>
          <p:cNvSpPr>
            <a:spLocks noGrp="1"/>
          </p:cNvSpPr>
          <p:nvPr>
            <p:ph idx="1"/>
          </p:nvPr>
        </p:nvSpPr>
        <p:spPr/>
        <p:txBody>
          <a:bodyPr>
            <a:normAutofit lnSpcReduction="10000"/>
          </a:bodyPr>
          <a:lstStyle/>
          <a:p>
            <a:pPr fontAlgn="base"/>
            <a:r>
              <a:rPr lang="en-US" dirty="0" smtClean="0"/>
              <a:t>The </a:t>
            </a:r>
            <a:r>
              <a:rPr lang="en-US" u="sng" dirty="0" smtClean="0">
                <a:hlinkClick r:id="rId2"/>
              </a:rPr>
              <a:t>Void pointers</a:t>
            </a:r>
            <a:r>
              <a:rPr lang="en-US" dirty="0" smtClean="0"/>
              <a:t> in C are the pointers of type void. It means that they do not have any associated data type. They are also called </a:t>
            </a:r>
            <a:r>
              <a:rPr lang="en-US" b="1" dirty="0" smtClean="0"/>
              <a:t>generic pointers</a:t>
            </a:r>
            <a:r>
              <a:rPr lang="en-US" dirty="0" smtClean="0"/>
              <a:t> as they can point to any type and can be </a:t>
            </a:r>
            <a:r>
              <a:rPr lang="en-US" dirty="0" err="1" smtClean="0"/>
              <a:t>typecasted</a:t>
            </a:r>
            <a:r>
              <a:rPr lang="en-US" dirty="0" smtClean="0"/>
              <a:t> to any type.</a:t>
            </a:r>
          </a:p>
          <a:p>
            <a:pPr fontAlgn="base"/>
            <a:r>
              <a:rPr lang="en-US" b="1" dirty="0" smtClean="0"/>
              <a:t>Syntax</a:t>
            </a:r>
            <a:endParaRPr lang="en-US" dirty="0" smtClean="0"/>
          </a:p>
          <a:p>
            <a:pPr lvl="1" fontAlgn="base">
              <a:buNone/>
            </a:pPr>
            <a:r>
              <a:rPr lang="en-US" dirty="0" smtClean="0"/>
              <a:t>void * </a:t>
            </a:r>
            <a:r>
              <a:rPr lang="en-US" i="1" dirty="0" err="1" smtClean="0"/>
              <a:t>pointer_name</a:t>
            </a:r>
            <a:r>
              <a:rPr lang="en-US" dirty="0" smtClean="0"/>
              <a:t>; </a:t>
            </a:r>
          </a:p>
          <a:p>
            <a:pPr fontAlgn="base"/>
            <a:r>
              <a:rPr lang="en-US" dirty="0" smtClean="0"/>
              <a:t>One of the main properties of void pointers is that they cannot be </a:t>
            </a:r>
            <a:r>
              <a:rPr lang="en-US" dirty="0" err="1" smtClean="0"/>
              <a:t>dereferenced</a:t>
            </a:r>
            <a:r>
              <a:rPr lang="en-US" dirty="0" smtClean="0"/>
              <a:t>.</a:t>
            </a:r>
          </a:p>
          <a:p>
            <a:pPr fontAlgn="base"/>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Constant pointer</a:t>
            </a:r>
            <a:endParaRPr lang="en-US" dirty="0"/>
          </a:p>
        </p:txBody>
      </p:sp>
      <p:sp>
        <p:nvSpPr>
          <p:cNvPr id="3" name="Content Placeholder 2"/>
          <p:cNvSpPr>
            <a:spLocks noGrp="1"/>
          </p:cNvSpPr>
          <p:nvPr>
            <p:ph idx="1"/>
          </p:nvPr>
        </p:nvSpPr>
        <p:spPr/>
        <p:txBody>
          <a:bodyPr/>
          <a:lstStyle/>
          <a:p>
            <a:pPr fontAlgn="base"/>
            <a:r>
              <a:rPr lang="en-US" dirty="0" smtClean="0"/>
              <a:t>In constant pointers, the memory address stored inside the pointer is constant and cannot be modified once it is defined. It will always point to the same memory address.</a:t>
            </a:r>
          </a:p>
          <a:p>
            <a:pPr fontAlgn="base"/>
            <a:r>
              <a:rPr lang="en-US" b="1" dirty="0" smtClean="0"/>
              <a:t>Syntax</a:t>
            </a:r>
            <a:endParaRPr lang="en-US" dirty="0" smtClean="0"/>
          </a:p>
          <a:p>
            <a:r>
              <a:rPr lang="en-US" i="1" dirty="0" err="1" smtClean="0"/>
              <a:t>data_type</a:t>
            </a:r>
            <a:r>
              <a:rPr lang="en-US" dirty="0" smtClean="0"/>
              <a:t> * const </a:t>
            </a:r>
            <a:r>
              <a:rPr lang="en-US" i="1" dirty="0" err="1" smtClean="0"/>
              <a:t>pointer_name</a:t>
            </a:r>
            <a:r>
              <a:rPr lang="en-US" dirty="0" smtClean="0"/>
              <a:t>;</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 to constant</a:t>
            </a:r>
            <a:endParaRPr lang="en-US" dirty="0"/>
          </a:p>
        </p:txBody>
      </p:sp>
      <p:sp>
        <p:nvSpPr>
          <p:cNvPr id="3" name="Content Placeholder 2"/>
          <p:cNvSpPr>
            <a:spLocks noGrp="1"/>
          </p:cNvSpPr>
          <p:nvPr>
            <p:ph idx="1"/>
          </p:nvPr>
        </p:nvSpPr>
        <p:spPr/>
        <p:txBody>
          <a:bodyPr>
            <a:normAutofit lnSpcReduction="10000"/>
          </a:bodyPr>
          <a:lstStyle/>
          <a:p>
            <a:pPr fontAlgn="base"/>
            <a:r>
              <a:rPr lang="en-US" dirty="0" smtClean="0"/>
              <a:t>The pointers pointing to a variable which contain constant value that cannot be modified are called pointers to a constant. Here we can only access the data pointed by the pointer, but cannot modify it. Although, we can change the address stored in the pointer to constant.</a:t>
            </a:r>
          </a:p>
          <a:p>
            <a:pPr fontAlgn="base"/>
            <a:r>
              <a:rPr lang="en-US" b="1" dirty="0" smtClean="0"/>
              <a:t>Syntax</a:t>
            </a:r>
            <a:endParaRPr lang="en-US" dirty="0" smtClean="0"/>
          </a:p>
          <a:p>
            <a:r>
              <a:rPr lang="en-US" dirty="0" smtClean="0"/>
              <a:t>const </a:t>
            </a:r>
            <a:r>
              <a:rPr lang="en-US" i="1" dirty="0" err="1" smtClean="0"/>
              <a:t>data_type</a:t>
            </a:r>
            <a:r>
              <a:rPr lang="en-US" dirty="0" smtClean="0"/>
              <a:t> * </a:t>
            </a:r>
            <a:r>
              <a:rPr lang="en-US" i="1" dirty="0" err="1" smtClean="0"/>
              <a:t>pointer_name</a:t>
            </a:r>
            <a:r>
              <a:rPr lang="en-US" dirty="0" smtClean="0"/>
              <a:t>;</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smtClean="0"/>
              <a:t>Size of Pointers in C</a:t>
            </a:r>
          </a:p>
          <a:p>
            <a:pPr fontAlgn="base"/>
            <a:r>
              <a:rPr lang="en-US" dirty="0" smtClean="0"/>
              <a:t>The size of the pointers in C is equal for every pointer type. The size of the pointer does not depend on the type it is pointing to. It only depends on the operating system and CPU architecture. The size of pointers in C is </a:t>
            </a:r>
          </a:p>
          <a:p>
            <a:pPr fontAlgn="base"/>
            <a:r>
              <a:rPr lang="en-US" b="1" dirty="0" smtClean="0"/>
              <a:t>8 bytes </a:t>
            </a:r>
            <a:r>
              <a:rPr lang="en-US" dirty="0" smtClean="0"/>
              <a:t>for a </a:t>
            </a:r>
            <a:r>
              <a:rPr lang="en-US" b="1" dirty="0" smtClean="0"/>
              <a:t>64-bit System</a:t>
            </a:r>
            <a:endParaRPr lang="en-US" dirty="0" smtClean="0"/>
          </a:p>
          <a:p>
            <a:pPr fontAlgn="base"/>
            <a:r>
              <a:rPr lang="en-US" b="1" dirty="0" smtClean="0"/>
              <a:t>4 bytes</a:t>
            </a:r>
            <a:r>
              <a:rPr lang="en-US" dirty="0" smtClean="0"/>
              <a:t> for a</a:t>
            </a:r>
            <a:r>
              <a:rPr lang="en-US" b="1" dirty="0" smtClean="0"/>
              <a:t> 32-bit System</a:t>
            </a:r>
            <a:endParaRPr lang="en-US" dirty="0" smtClean="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Files</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Structures</a:t>
            </a:r>
            <a:endParaRPr lang="en-US" dirty="0"/>
          </a:p>
        </p:txBody>
      </p:sp>
      <p:sp>
        <p:nvSpPr>
          <p:cNvPr id="3" name="Content Placeholder 2"/>
          <p:cNvSpPr>
            <a:spLocks noGrp="1"/>
          </p:cNvSpPr>
          <p:nvPr>
            <p:ph idx="1"/>
          </p:nvPr>
        </p:nvSpPr>
        <p:spPr/>
        <p:txBody>
          <a:bodyPr/>
          <a:lstStyle/>
          <a:p>
            <a:r>
              <a:rPr lang="en-US" sz="2000" dirty="0" smtClean="0"/>
              <a:t>It is User-defines </a:t>
            </a:r>
            <a:r>
              <a:rPr lang="en-US" sz="2000" dirty="0" err="1" smtClean="0"/>
              <a:t>datatypes</a:t>
            </a:r>
            <a:endParaRPr lang="en-US" sz="2000" dirty="0" smtClean="0"/>
          </a:p>
          <a:p>
            <a:r>
              <a:rPr lang="en-US" sz="2000" dirty="0" smtClean="0"/>
              <a:t>The below syntax is also called a structure template or structure prototype and no memory is allocated to the structure in the declaration</a:t>
            </a:r>
            <a:r>
              <a:rPr lang="en-US" dirty="0" smtClean="0"/>
              <a:t>.</a:t>
            </a:r>
            <a:endParaRPr lang="en-US" dirty="0"/>
          </a:p>
        </p:txBody>
      </p:sp>
      <p:sp>
        <p:nvSpPr>
          <p:cNvPr id="4" name="Rectangle 3"/>
          <p:cNvSpPr/>
          <p:nvPr/>
        </p:nvSpPr>
        <p:spPr>
          <a:xfrm>
            <a:off x="3200400" y="4191000"/>
            <a:ext cx="3048000" cy="2400657"/>
          </a:xfrm>
          <a:prstGeom prst="rect">
            <a:avLst/>
          </a:prstGeom>
        </p:spPr>
        <p:txBody>
          <a:bodyPr wrap="square">
            <a:spAutoFit/>
          </a:bodyPr>
          <a:lstStyle/>
          <a:p>
            <a:pPr>
              <a:buNone/>
            </a:pPr>
            <a:r>
              <a:rPr lang="en-US" dirty="0" smtClean="0"/>
              <a:t> </a:t>
            </a:r>
            <a:r>
              <a:rPr lang="en-US" sz="3000" dirty="0" err="1" smtClean="0">
                <a:solidFill>
                  <a:srgbClr val="FF0000"/>
                </a:solidFill>
              </a:rPr>
              <a:t>struct</a:t>
            </a:r>
            <a:r>
              <a:rPr lang="en-US" sz="3000" dirty="0" smtClean="0">
                <a:solidFill>
                  <a:srgbClr val="FF0000"/>
                </a:solidFill>
              </a:rPr>
              <a:t> </a:t>
            </a:r>
            <a:r>
              <a:rPr lang="en-US" sz="3000" dirty="0" smtClean="0"/>
              <a:t>student {</a:t>
            </a:r>
          </a:p>
          <a:p>
            <a:pPr>
              <a:buNone/>
            </a:pPr>
            <a:r>
              <a:rPr lang="en-US" sz="3000" dirty="0" smtClean="0"/>
              <a:t> char name[30];</a:t>
            </a:r>
          </a:p>
          <a:p>
            <a:pPr>
              <a:buNone/>
            </a:pPr>
            <a:r>
              <a:rPr lang="en-US" sz="3000" dirty="0" smtClean="0"/>
              <a:t> </a:t>
            </a:r>
            <a:r>
              <a:rPr lang="en-US" sz="3000" dirty="0" err="1" smtClean="0"/>
              <a:t>int</a:t>
            </a:r>
            <a:r>
              <a:rPr lang="en-US" sz="3000" dirty="0" smtClean="0"/>
              <a:t> id;</a:t>
            </a:r>
          </a:p>
          <a:p>
            <a:pPr>
              <a:buNone/>
            </a:pPr>
            <a:r>
              <a:rPr lang="en-US" sz="3000" dirty="0" smtClean="0"/>
              <a:t> </a:t>
            </a:r>
            <a:r>
              <a:rPr lang="en-US" sz="3000" dirty="0" err="1" smtClean="0"/>
              <a:t>int</a:t>
            </a:r>
            <a:r>
              <a:rPr lang="en-US" sz="3000" dirty="0" smtClean="0"/>
              <a:t> age;</a:t>
            </a:r>
          </a:p>
          <a:p>
            <a:pPr>
              <a:buNone/>
            </a:pPr>
            <a:r>
              <a:rPr lang="en-US" sz="3000" dirty="0" smtClean="0"/>
              <a:t>}</a:t>
            </a:r>
          </a:p>
        </p:txBody>
      </p:sp>
      <p:sp>
        <p:nvSpPr>
          <p:cNvPr id="5" name="Right Brace 4"/>
          <p:cNvSpPr/>
          <p:nvPr/>
        </p:nvSpPr>
        <p:spPr>
          <a:xfrm>
            <a:off x="5791200" y="4953000"/>
            <a:ext cx="457200" cy="91440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6" name="TextBox 5"/>
          <p:cNvSpPr txBox="1"/>
          <p:nvPr/>
        </p:nvSpPr>
        <p:spPr>
          <a:xfrm>
            <a:off x="6324600" y="5105400"/>
            <a:ext cx="1876668" cy="646331"/>
          </a:xfrm>
          <a:prstGeom prst="rect">
            <a:avLst/>
          </a:prstGeom>
          <a:noFill/>
        </p:spPr>
        <p:txBody>
          <a:bodyPr wrap="none" rtlCol="0">
            <a:spAutoFit/>
          </a:bodyPr>
          <a:lstStyle/>
          <a:p>
            <a:r>
              <a:rPr lang="en-US" dirty="0" smtClean="0"/>
              <a:t>Members or</a:t>
            </a:r>
          </a:p>
          <a:p>
            <a:r>
              <a:rPr lang="en-US" dirty="0" smtClean="0"/>
              <a:t>Fields of structure</a:t>
            </a:r>
            <a:endParaRPr lang="en-US" dirty="0"/>
          </a:p>
        </p:txBody>
      </p:sp>
      <p:cxnSp>
        <p:nvCxnSpPr>
          <p:cNvPr id="8" name="Straight Arrow Connector 7"/>
          <p:cNvCxnSpPr/>
          <p:nvPr/>
        </p:nvCxnSpPr>
        <p:spPr>
          <a:xfrm flipV="1">
            <a:off x="5105400" y="3657600"/>
            <a:ext cx="1828800" cy="533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7086600" y="3810000"/>
            <a:ext cx="2008114" cy="369332"/>
          </a:xfrm>
          <a:prstGeom prst="rect">
            <a:avLst/>
          </a:prstGeom>
          <a:noFill/>
        </p:spPr>
        <p:txBody>
          <a:bodyPr wrap="none" rtlCol="0">
            <a:spAutoFit/>
          </a:bodyPr>
          <a:lstStyle/>
          <a:p>
            <a:r>
              <a:rPr lang="en-US" dirty="0" smtClean="0"/>
              <a:t>Tag or structure tag</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500" dirty="0" smtClean="0"/>
              <a:t>To use structure in our program, we have to define its instance. We can do that by creating variables of the structure type. </a:t>
            </a:r>
          </a:p>
          <a:p>
            <a:r>
              <a:rPr lang="en-US" sz="2500" dirty="0" smtClean="0"/>
              <a:t>There are 2 methods</a:t>
            </a:r>
          </a:p>
          <a:p>
            <a:pPr fontAlgn="base">
              <a:buNone/>
            </a:pPr>
            <a:r>
              <a:rPr lang="en-US" sz="2000" b="1" dirty="0" smtClean="0"/>
              <a:t>      Structure Variable Declaration with Structure Template</a:t>
            </a:r>
          </a:p>
          <a:p>
            <a:pPr lvl="3">
              <a:buNone/>
            </a:pPr>
            <a:r>
              <a:rPr lang="en-US" sz="1600" b="1" dirty="0" err="1" smtClean="0"/>
              <a:t>struct</a:t>
            </a:r>
            <a:r>
              <a:rPr lang="en-US" sz="1600" dirty="0" smtClean="0"/>
              <a:t> </a:t>
            </a:r>
            <a:r>
              <a:rPr lang="en-US" sz="1600" dirty="0" err="1" smtClean="0"/>
              <a:t>structure_name</a:t>
            </a:r>
            <a:r>
              <a:rPr lang="en-US" sz="1600" dirty="0" smtClean="0"/>
              <a:t> {</a:t>
            </a:r>
          </a:p>
          <a:p>
            <a:pPr lvl="3">
              <a:buNone/>
            </a:pPr>
            <a:r>
              <a:rPr lang="en-US" sz="1600" dirty="0" smtClean="0"/>
              <a:t> </a:t>
            </a:r>
            <a:r>
              <a:rPr lang="en-US" sz="1600" dirty="0" err="1" smtClean="0"/>
              <a:t>data_type</a:t>
            </a:r>
            <a:r>
              <a:rPr lang="en-US" sz="1600" dirty="0" smtClean="0"/>
              <a:t> member_name1;</a:t>
            </a:r>
          </a:p>
          <a:p>
            <a:pPr lvl="3">
              <a:buNone/>
            </a:pPr>
            <a:r>
              <a:rPr lang="en-US" sz="1600" dirty="0" smtClean="0"/>
              <a:t> </a:t>
            </a:r>
            <a:r>
              <a:rPr lang="en-US" sz="1600" dirty="0" err="1" smtClean="0"/>
              <a:t>data_type</a:t>
            </a:r>
            <a:r>
              <a:rPr lang="en-US" sz="1600" dirty="0" smtClean="0"/>
              <a:t> member_name1;</a:t>
            </a:r>
          </a:p>
          <a:p>
            <a:pPr lvl="3">
              <a:buNone/>
            </a:pPr>
            <a:r>
              <a:rPr lang="en-US" sz="1600" dirty="0" smtClean="0"/>
              <a:t> .... .... }</a:t>
            </a:r>
            <a:r>
              <a:rPr lang="en-US" sz="1600" b="1" i="1" dirty="0" smtClean="0"/>
              <a:t>variable1, varaible2, ...</a:t>
            </a:r>
            <a:r>
              <a:rPr lang="en-US" sz="1600" dirty="0" smtClean="0"/>
              <a:t>;</a:t>
            </a:r>
            <a:endParaRPr lang="en-US" sz="1300" dirty="0" smtClean="0"/>
          </a:p>
          <a:p>
            <a:pPr lvl="3">
              <a:buNone/>
            </a:pPr>
            <a:endParaRPr lang="en-US" sz="1600" dirty="0" smtClean="0"/>
          </a:p>
        </p:txBody>
      </p:sp>
      <p:sp>
        <p:nvSpPr>
          <p:cNvPr id="19457" name="Rectangle 1"/>
          <p:cNvSpPr>
            <a:spLocks noChangeArrowheads="1"/>
          </p:cNvSpPr>
          <p:nvPr/>
        </p:nvSpPr>
        <p:spPr bwMode="auto">
          <a:xfrm>
            <a:off x="228600" y="4953000"/>
            <a:ext cx="7250383" cy="584775"/>
          </a:xfrm>
          <a:prstGeom prst="rect">
            <a:avLst/>
          </a:prstGeom>
          <a:solidFill>
            <a:srgbClr val="FFFFFF"/>
          </a:solidFill>
          <a:ln w="9525">
            <a:noFill/>
            <a:miter lim="800000"/>
            <a:headEnd/>
            <a:tailEnd/>
          </a:ln>
          <a:effec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dirty="0" smtClean="0">
                <a:ln>
                  <a:noFill/>
                </a:ln>
                <a:solidFill>
                  <a:srgbClr val="273239"/>
                </a:solidFill>
                <a:effectLst/>
                <a:latin typeface="Nunito"/>
                <a:cs typeface="Arial" pitchFamily="34" charset="0"/>
              </a:rPr>
              <a:t>2. Structure Variable Declaration after Structure Template</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300" b="1" i="0" u="none" strike="noStrike" cap="none" normalizeH="0" baseline="0" dirty="0" smtClean="0">
              <a:ln>
                <a:noFill/>
              </a:ln>
              <a:solidFill>
                <a:srgbClr val="273239"/>
              </a:solidFill>
              <a:effectLst/>
              <a:latin typeface="Nunito"/>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rgbClr val="273239"/>
                </a:solidFill>
                <a:effectLst/>
                <a:latin typeface="Consolas" pitchFamily="49" charset="0"/>
                <a:cs typeface="Consolas" pitchFamily="49" charset="0"/>
              </a:rPr>
              <a:t>// structure declared beforehand </a:t>
            </a:r>
            <a:r>
              <a:rPr kumimoji="0" lang="en-US" sz="1200" b="1" i="0" u="none" strike="noStrike" cap="none" normalizeH="0" baseline="0" dirty="0" err="1" smtClean="0">
                <a:ln>
                  <a:noFill/>
                </a:ln>
                <a:solidFill>
                  <a:srgbClr val="273239"/>
                </a:solidFill>
                <a:effectLst/>
                <a:latin typeface="Consolas" pitchFamily="49" charset="0"/>
                <a:cs typeface="Consolas" pitchFamily="49" charset="0"/>
              </a:rPr>
              <a:t>struct</a:t>
            </a:r>
            <a:r>
              <a:rPr kumimoji="0" lang="en-US" sz="1200" b="0" i="0" u="none" strike="noStrike" cap="none" normalizeH="0" baseline="0" dirty="0" smtClean="0">
                <a:ln>
                  <a:noFill/>
                </a:ln>
                <a:solidFill>
                  <a:srgbClr val="273239"/>
                </a:solidFill>
                <a:effectLst/>
                <a:latin typeface="Consolas" pitchFamily="49" charset="0"/>
                <a:cs typeface="Consolas" pitchFamily="49" charset="0"/>
              </a:rPr>
              <a:t> </a:t>
            </a:r>
            <a:r>
              <a:rPr kumimoji="0" lang="en-US" sz="1200" b="0" i="1" u="none" strike="noStrike" cap="none" normalizeH="0" baseline="0" dirty="0" err="1" smtClean="0">
                <a:ln>
                  <a:noFill/>
                </a:ln>
                <a:solidFill>
                  <a:srgbClr val="273239"/>
                </a:solidFill>
                <a:effectLst/>
                <a:latin typeface="Consolas" pitchFamily="49" charset="0"/>
                <a:cs typeface="Consolas" pitchFamily="49" charset="0"/>
              </a:rPr>
              <a:t>structure_name</a:t>
            </a:r>
            <a:r>
              <a:rPr kumimoji="0" lang="en-US" sz="1200" b="0" i="0" u="none" strike="noStrike" cap="none" normalizeH="0" baseline="0" dirty="0" smtClean="0">
                <a:ln>
                  <a:noFill/>
                </a:ln>
                <a:solidFill>
                  <a:srgbClr val="273239"/>
                </a:solidFill>
                <a:effectLst/>
                <a:latin typeface="Consolas" pitchFamily="49" charset="0"/>
                <a:cs typeface="Consolas" pitchFamily="49" charset="0"/>
              </a:rPr>
              <a:t> </a:t>
            </a:r>
            <a:r>
              <a:rPr kumimoji="0" lang="en-US" sz="1200" b="1" i="1" u="none" strike="noStrike" cap="none" normalizeH="0" baseline="0" dirty="0" smtClean="0">
                <a:ln>
                  <a:noFill/>
                </a:ln>
                <a:solidFill>
                  <a:srgbClr val="273239"/>
                </a:solidFill>
                <a:effectLst/>
                <a:latin typeface="Consolas" pitchFamily="49" charset="0"/>
                <a:cs typeface="Consolas" pitchFamily="49" charset="0"/>
              </a:rPr>
              <a:t>variable1, variable2</a:t>
            </a:r>
            <a:r>
              <a:rPr kumimoji="0" lang="en-US" sz="1200" b="0" i="0" u="none" strike="noStrike" cap="none" normalizeH="0" baseline="0" dirty="0" smtClean="0">
                <a:ln>
                  <a:noFill/>
                </a:ln>
                <a:solidFill>
                  <a:srgbClr val="273239"/>
                </a:solidFill>
                <a:effectLst/>
                <a:latin typeface="Consolas" pitchFamily="49" charset="0"/>
                <a:cs typeface="Consolas" pitchFamily="49" charset="0"/>
              </a:rPr>
              <a:t>, .......;</a:t>
            </a:r>
            <a:r>
              <a:rPr kumimoji="0" lang="en-US" sz="800" b="0" i="0" u="none" strike="noStrike" cap="none" normalizeH="0" baseline="0" dirty="0" smtClean="0">
                <a:ln>
                  <a:noFill/>
                </a:ln>
                <a:solidFill>
                  <a:schemeClr val="tx1"/>
                </a:solidFill>
                <a:effectLst/>
                <a:latin typeface="Arial" pitchFamily="34" charset="0"/>
                <a:cs typeface="Arial" pitchFamily="34"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err="1" smtClean="0"/>
              <a:t>Acess</a:t>
            </a:r>
            <a:r>
              <a:rPr lang="en-US" dirty="0" smtClean="0"/>
              <a:t> member by dot operator</a:t>
            </a:r>
          </a:p>
          <a:p>
            <a:pPr fontAlgn="base"/>
            <a:r>
              <a:rPr lang="en-US" b="1" dirty="0" smtClean="0"/>
              <a:t>1. Initialization using Assignment Operator</a:t>
            </a:r>
          </a:p>
          <a:p>
            <a:r>
              <a:rPr lang="en-US" b="1" dirty="0" err="1" smtClean="0"/>
              <a:t>struct</a:t>
            </a:r>
            <a:r>
              <a:rPr lang="en-US" dirty="0" smtClean="0"/>
              <a:t> </a:t>
            </a:r>
            <a:r>
              <a:rPr lang="en-US" i="1" dirty="0" err="1" smtClean="0"/>
              <a:t>structure_name</a:t>
            </a:r>
            <a:r>
              <a:rPr lang="en-US" dirty="0" smtClean="0"/>
              <a:t> </a:t>
            </a:r>
            <a:r>
              <a:rPr lang="en-US" dirty="0" err="1" smtClean="0"/>
              <a:t>str</a:t>
            </a:r>
            <a:r>
              <a:rPr lang="en-US" dirty="0" smtClean="0"/>
              <a:t>; str.member1 = value1; str.member2 = value2; str.member3 = value3;</a:t>
            </a:r>
          </a:p>
          <a:p>
            <a:pPr fontAlgn="base"/>
            <a:r>
              <a:rPr lang="en-US" b="1" dirty="0" smtClean="0"/>
              <a:t>2. Initialization using </a:t>
            </a:r>
            <a:r>
              <a:rPr lang="en-US" b="1" dirty="0" err="1" smtClean="0"/>
              <a:t>Initializer</a:t>
            </a:r>
            <a:r>
              <a:rPr lang="en-US" b="1" dirty="0" smtClean="0"/>
              <a:t> List</a:t>
            </a:r>
          </a:p>
          <a:p>
            <a:r>
              <a:rPr lang="en-US" b="1" dirty="0" err="1" smtClean="0"/>
              <a:t>struct</a:t>
            </a:r>
            <a:r>
              <a:rPr lang="en-US" dirty="0" smtClean="0"/>
              <a:t> </a:t>
            </a:r>
            <a:r>
              <a:rPr lang="en-US" i="1" dirty="0" err="1" smtClean="0"/>
              <a:t>structure_name</a:t>
            </a:r>
            <a:r>
              <a:rPr lang="en-US" dirty="0" smtClean="0"/>
              <a:t> </a:t>
            </a:r>
            <a:r>
              <a:rPr lang="en-US" dirty="0" err="1" smtClean="0"/>
              <a:t>str</a:t>
            </a:r>
            <a:r>
              <a:rPr lang="en-US" dirty="0" smtClean="0"/>
              <a:t> = { value1, value2, value3 };</a:t>
            </a:r>
          </a:p>
          <a:p>
            <a:pPr fontAlgn="base"/>
            <a:r>
              <a:rPr lang="en-US" b="1" dirty="0" smtClean="0"/>
              <a:t>3. Initialization using Designated </a:t>
            </a:r>
            <a:r>
              <a:rPr lang="en-US" b="1" dirty="0" err="1" smtClean="0"/>
              <a:t>Initializer</a:t>
            </a:r>
            <a:r>
              <a:rPr lang="en-US" b="1" dirty="0" smtClean="0"/>
              <a:t> List</a:t>
            </a:r>
          </a:p>
          <a:p>
            <a:pPr fontAlgn="base"/>
            <a:r>
              <a:rPr lang="en-US" dirty="0" smtClean="0"/>
              <a:t>Designated Initialization allows structure members to be initialized in any order. This feature has been added in the </a:t>
            </a:r>
            <a:r>
              <a:rPr lang="en-US" u="sng" dirty="0" smtClean="0">
                <a:hlinkClick r:id="rId2"/>
              </a:rPr>
              <a:t>C99 standard</a:t>
            </a:r>
            <a:r>
              <a:rPr lang="en-US" dirty="0" smtClean="0"/>
              <a:t>.</a:t>
            </a:r>
          </a:p>
          <a:p>
            <a:r>
              <a:rPr lang="en-US" b="1" dirty="0" err="1" smtClean="0"/>
              <a:t>struct</a:t>
            </a:r>
            <a:r>
              <a:rPr lang="en-US" dirty="0" smtClean="0"/>
              <a:t> </a:t>
            </a:r>
            <a:r>
              <a:rPr lang="en-US" i="1" dirty="0" err="1" smtClean="0"/>
              <a:t>structure_name</a:t>
            </a:r>
            <a:r>
              <a:rPr lang="en-US" dirty="0" smtClean="0"/>
              <a:t> </a:t>
            </a:r>
            <a:r>
              <a:rPr lang="en-US" dirty="0" err="1" smtClean="0"/>
              <a:t>str</a:t>
            </a:r>
            <a:r>
              <a:rPr lang="en-US" dirty="0" smtClean="0"/>
              <a:t> = { .member1 = value1, .member2 = value2, .member3 = value3 };</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Structures</a:t>
            </a:r>
            <a:endParaRPr lang="en-US" dirty="0"/>
          </a:p>
        </p:txBody>
      </p:sp>
      <p:sp>
        <p:nvSpPr>
          <p:cNvPr id="3" name="Content Placeholder 2"/>
          <p:cNvSpPr>
            <a:spLocks noGrp="1"/>
          </p:cNvSpPr>
          <p:nvPr>
            <p:ph idx="1"/>
          </p:nvPr>
        </p:nvSpPr>
        <p:spPr/>
        <p:txBody>
          <a:bodyPr>
            <a:normAutofit/>
          </a:bodyPr>
          <a:lstStyle/>
          <a:p>
            <a:pPr>
              <a:buNone/>
            </a:pPr>
            <a:r>
              <a:rPr lang="en-US" sz="2200" dirty="0" smtClean="0"/>
              <a:t> </a:t>
            </a:r>
            <a:r>
              <a:rPr lang="en-US" sz="2200" dirty="0" err="1" smtClean="0"/>
              <a:t>struct</a:t>
            </a:r>
            <a:r>
              <a:rPr lang="en-US" sz="2200" dirty="0" smtClean="0"/>
              <a:t> student {</a:t>
            </a:r>
          </a:p>
          <a:p>
            <a:pPr>
              <a:buNone/>
            </a:pPr>
            <a:r>
              <a:rPr lang="en-US" sz="2200" dirty="0" smtClean="0"/>
              <a:t> char name[30];</a:t>
            </a:r>
          </a:p>
          <a:p>
            <a:pPr>
              <a:buNone/>
            </a:pPr>
            <a:r>
              <a:rPr lang="en-US" sz="2200" dirty="0" smtClean="0"/>
              <a:t> </a:t>
            </a:r>
            <a:r>
              <a:rPr lang="en-US" sz="2200" dirty="0" err="1" smtClean="0"/>
              <a:t>int</a:t>
            </a:r>
            <a:r>
              <a:rPr lang="en-US" sz="2200" dirty="0" smtClean="0"/>
              <a:t> id;</a:t>
            </a:r>
          </a:p>
          <a:p>
            <a:pPr>
              <a:buNone/>
            </a:pPr>
            <a:r>
              <a:rPr lang="en-US" sz="2200" dirty="0" smtClean="0"/>
              <a:t> </a:t>
            </a:r>
            <a:r>
              <a:rPr lang="en-US" sz="2200" dirty="0" err="1" smtClean="0"/>
              <a:t>int</a:t>
            </a:r>
            <a:r>
              <a:rPr lang="en-US" sz="2200" dirty="0" smtClean="0"/>
              <a:t> age;</a:t>
            </a:r>
          </a:p>
          <a:p>
            <a:pPr>
              <a:buNone/>
            </a:pPr>
            <a:r>
              <a:rPr lang="en-US" sz="2200" dirty="0" smtClean="0"/>
              <a:t>}</a:t>
            </a:r>
          </a:p>
          <a:p>
            <a:pPr>
              <a:buNone/>
            </a:pPr>
            <a:r>
              <a:rPr lang="en-US" sz="2200" dirty="0" smtClean="0"/>
              <a:t> </a:t>
            </a:r>
            <a:r>
              <a:rPr lang="en-US" sz="2200" dirty="0" err="1" smtClean="0"/>
              <a:t>int</a:t>
            </a:r>
            <a:r>
              <a:rPr lang="en-US" sz="2200" dirty="0" smtClean="0"/>
              <a:t> main(){</a:t>
            </a:r>
            <a:br>
              <a:rPr lang="en-US" sz="2200" dirty="0" smtClean="0"/>
            </a:br>
            <a:r>
              <a:rPr lang="en-US" sz="2200" dirty="0" err="1" smtClean="0"/>
              <a:t>struct</a:t>
            </a:r>
            <a:r>
              <a:rPr lang="en-US" sz="2200" dirty="0" smtClean="0"/>
              <a:t> student boy;</a:t>
            </a:r>
          </a:p>
          <a:p>
            <a:pPr>
              <a:buNone/>
            </a:pPr>
            <a:r>
              <a:rPr lang="en-US" sz="2200" dirty="0" smtClean="0"/>
              <a:t>	</a:t>
            </a:r>
            <a:r>
              <a:rPr lang="en-US" sz="2200" dirty="0" err="1" smtClean="0"/>
              <a:t>struct</a:t>
            </a:r>
            <a:r>
              <a:rPr lang="en-US" sz="2200" dirty="0" smtClean="0"/>
              <a:t> student girl;</a:t>
            </a:r>
          </a:p>
          <a:p>
            <a:pPr>
              <a:buNone/>
            </a:pPr>
            <a:r>
              <a:rPr lang="en-US" sz="2200" dirty="0" smtClean="0"/>
              <a:t>}</a:t>
            </a:r>
            <a:endParaRPr lang="en-US" sz="2200" dirty="0"/>
          </a:p>
        </p:txBody>
      </p:sp>
      <p:sp>
        <p:nvSpPr>
          <p:cNvPr id="4" name="Rectangle 3"/>
          <p:cNvSpPr/>
          <p:nvPr/>
        </p:nvSpPr>
        <p:spPr>
          <a:xfrm>
            <a:off x="3581400" y="2590800"/>
            <a:ext cx="5181600" cy="3962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5" name="Rectangle 4"/>
          <p:cNvSpPr/>
          <p:nvPr/>
        </p:nvSpPr>
        <p:spPr>
          <a:xfrm>
            <a:off x="3962400" y="3048000"/>
            <a:ext cx="4419600" cy="1676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6" name="Rectangle 5"/>
          <p:cNvSpPr/>
          <p:nvPr/>
        </p:nvSpPr>
        <p:spPr>
          <a:xfrm>
            <a:off x="3962400" y="4800600"/>
            <a:ext cx="4419600" cy="1676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8" name="Straight Connector 7"/>
          <p:cNvCxnSpPr/>
          <p:nvPr/>
        </p:nvCxnSpPr>
        <p:spPr>
          <a:xfrm rot="5400000">
            <a:off x="4496594" y="3885406"/>
            <a:ext cx="1676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a:off x="6020594" y="3885406"/>
            <a:ext cx="1676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4496594" y="5638006"/>
            <a:ext cx="1676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6020594" y="5638006"/>
            <a:ext cx="1676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5400000" flipH="1" flipV="1">
            <a:off x="6248400" y="1905000"/>
            <a:ext cx="838200" cy="5334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6858000" y="1676400"/>
            <a:ext cx="904543" cy="369332"/>
          </a:xfrm>
          <a:prstGeom prst="rect">
            <a:avLst/>
          </a:prstGeom>
          <a:noFill/>
        </p:spPr>
        <p:txBody>
          <a:bodyPr wrap="none" rtlCol="0">
            <a:spAutoFit/>
          </a:bodyPr>
          <a:lstStyle/>
          <a:p>
            <a:r>
              <a:rPr lang="en-US" dirty="0" smtClean="0"/>
              <a:t>student</a:t>
            </a:r>
            <a:endParaRPr lang="en-US" dirty="0"/>
          </a:p>
        </p:txBody>
      </p:sp>
      <p:cxnSp>
        <p:nvCxnSpPr>
          <p:cNvPr id="16" name="Straight Arrow Connector 15"/>
          <p:cNvCxnSpPr/>
          <p:nvPr/>
        </p:nvCxnSpPr>
        <p:spPr>
          <a:xfrm rot="5400000" flipH="1" flipV="1">
            <a:off x="4876800" y="2514600"/>
            <a:ext cx="685800" cy="381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rot="10800000" flipV="1">
            <a:off x="2895600" y="5562600"/>
            <a:ext cx="1066800" cy="5334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9" name="TextBox 18"/>
          <p:cNvSpPr txBox="1"/>
          <p:nvPr/>
        </p:nvSpPr>
        <p:spPr>
          <a:xfrm>
            <a:off x="2438400" y="6096000"/>
            <a:ext cx="479618" cy="369332"/>
          </a:xfrm>
          <a:prstGeom prst="rect">
            <a:avLst/>
          </a:prstGeom>
          <a:noFill/>
        </p:spPr>
        <p:txBody>
          <a:bodyPr wrap="none" rtlCol="0">
            <a:spAutoFit/>
          </a:bodyPr>
          <a:lstStyle/>
          <a:p>
            <a:r>
              <a:rPr lang="en-US" dirty="0" smtClean="0"/>
              <a:t>girl</a:t>
            </a:r>
            <a:endParaRPr lang="en-US" dirty="0"/>
          </a:p>
        </p:txBody>
      </p:sp>
      <p:sp>
        <p:nvSpPr>
          <p:cNvPr id="21" name="TextBox 20"/>
          <p:cNvSpPr txBox="1"/>
          <p:nvPr/>
        </p:nvSpPr>
        <p:spPr>
          <a:xfrm>
            <a:off x="5410200" y="2133600"/>
            <a:ext cx="531299" cy="369332"/>
          </a:xfrm>
          <a:prstGeom prst="rect">
            <a:avLst/>
          </a:prstGeom>
          <a:noFill/>
        </p:spPr>
        <p:txBody>
          <a:bodyPr wrap="none" rtlCol="0">
            <a:spAutoFit/>
          </a:bodyPr>
          <a:lstStyle/>
          <a:p>
            <a:r>
              <a:rPr lang="en-US" dirty="0" smtClean="0"/>
              <a:t>boy</a:t>
            </a:r>
            <a:endParaRPr lang="en-US" dirty="0"/>
          </a:p>
        </p:txBody>
      </p:sp>
      <p:cxnSp>
        <p:nvCxnSpPr>
          <p:cNvPr id="23" name="Straight Arrow Connector 22"/>
          <p:cNvCxnSpPr/>
          <p:nvPr/>
        </p:nvCxnSpPr>
        <p:spPr>
          <a:xfrm>
            <a:off x="1676400" y="2362200"/>
            <a:ext cx="2590800" cy="838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1524000" y="3200400"/>
            <a:ext cx="5715000" cy="1066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a:off x="1295400" y="2667000"/>
            <a:ext cx="4648200" cy="1066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typedef</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 </a:t>
            </a:r>
            <a:r>
              <a:rPr lang="en-US" dirty="0" err="1" smtClean="0"/>
              <a:t>Struct</a:t>
            </a:r>
            <a:endParaRPr lang="en-US" dirty="0"/>
          </a:p>
        </p:txBody>
      </p:sp>
      <p:sp>
        <p:nvSpPr>
          <p:cNvPr id="3" name="Content Placeholder 2"/>
          <p:cNvSpPr>
            <a:spLocks noGrp="1"/>
          </p:cNvSpPr>
          <p:nvPr>
            <p:ph idx="1"/>
          </p:nvPr>
        </p:nvSpPr>
        <p:spPr/>
        <p:txBody>
          <a:bodyPr>
            <a:normAutofit lnSpcReduction="10000"/>
          </a:bodyPr>
          <a:lstStyle/>
          <a:p>
            <a:r>
              <a:rPr lang="en-US" dirty="0" smtClean="0"/>
              <a:t>We can access the members of the structure pointed by the structure pointer using the </a:t>
            </a:r>
            <a:r>
              <a:rPr lang="en-US" b="1" u="sng" dirty="0" smtClean="0">
                <a:hlinkClick r:id="rId2"/>
              </a:rPr>
              <a:t>( -&gt; ) arrow operator.</a:t>
            </a:r>
            <a:endParaRPr lang="en-US" b="1" u="sng" dirty="0" smtClean="0"/>
          </a:p>
          <a:p>
            <a:pPr fontAlgn="base"/>
            <a:r>
              <a:rPr lang="en-US" b="1" dirty="0" smtClean="0"/>
              <a:t>Self-Referential Structures</a:t>
            </a:r>
          </a:p>
          <a:p>
            <a:pPr fontAlgn="base"/>
            <a:r>
              <a:rPr lang="en-US" dirty="0" smtClean="0"/>
              <a:t>The </a:t>
            </a:r>
            <a:r>
              <a:rPr lang="en-US" u="sng" dirty="0" smtClean="0">
                <a:hlinkClick r:id="rId3"/>
              </a:rPr>
              <a:t>self-referential structures </a:t>
            </a:r>
            <a:r>
              <a:rPr lang="en-US" dirty="0" smtClean="0"/>
              <a:t>in C are those structures that contain references to the same type as themselves i.e. they contain a member of the type pointer pointing to the same structure type.</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Technically, the size of the structure in C should be the sum of the sizes of its members. But it may not be true for most cases. The reason for this is Structure Padding.</a:t>
            </a:r>
          </a:p>
          <a:p>
            <a:r>
              <a:rPr lang="en-US" b="1" dirty="0" smtClean="0"/>
              <a:t>Structure padding</a:t>
            </a:r>
            <a:r>
              <a:rPr lang="en-US" dirty="0" smtClean="0"/>
              <a:t> is the concept of adding multiple empty bytes in the structure to naturally align the data members in the memory. It is done to minimize the CPU read cycles to retrieve different data members in the structure.</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Padding</a:t>
            </a:r>
            <a:endParaRPr lang="en-US" dirty="0"/>
          </a:p>
        </p:txBody>
      </p:sp>
      <p:sp>
        <p:nvSpPr>
          <p:cNvPr id="3" name="Content Placeholder 2"/>
          <p:cNvSpPr>
            <a:spLocks noGrp="1"/>
          </p:cNvSpPr>
          <p:nvPr>
            <p:ph idx="1"/>
          </p:nvPr>
        </p:nvSpPr>
        <p:spPr/>
        <p:txBody>
          <a:bodyPr/>
          <a:lstStyle/>
          <a:p>
            <a:r>
              <a:rPr lang="en-US" dirty="0" smtClean="0"/>
              <a:t>In one memory cycle we can fetch block which are </a:t>
            </a:r>
            <a:r>
              <a:rPr lang="en-US" smtClean="0"/>
              <a:t>at same level only….</a:t>
            </a:r>
            <a:endParaRPr lang="en-US" dirty="0"/>
          </a:p>
        </p:txBody>
      </p:sp>
      <p:pic>
        <p:nvPicPr>
          <p:cNvPr id="4" name="Picture 3" descr="bnk.png"/>
          <p:cNvPicPr>
            <a:picLocks noChangeAspect="1"/>
          </p:cNvPicPr>
          <p:nvPr/>
        </p:nvPicPr>
        <p:blipFill>
          <a:blip r:embed="rId2"/>
          <a:stretch>
            <a:fillRect/>
          </a:stretch>
        </p:blipFill>
        <p:spPr>
          <a:xfrm>
            <a:off x="0" y="2775204"/>
            <a:ext cx="9144000" cy="408279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Rules</a:t>
            </a:r>
            <a:endParaRPr lang="en-US" dirty="0"/>
          </a:p>
        </p:txBody>
      </p:sp>
      <p:sp>
        <p:nvSpPr>
          <p:cNvPr id="3" name="Content Placeholder 2"/>
          <p:cNvSpPr>
            <a:spLocks noGrp="1"/>
          </p:cNvSpPr>
          <p:nvPr>
            <p:ph idx="1"/>
          </p:nvPr>
        </p:nvSpPr>
        <p:spPr/>
        <p:txBody>
          <a:bodyPr/>
          <a:lstStyle/>
          <a:p>
            <a:r>
              <a:rPr lang="en-US" dirty="0" smtClean="0"/>
              <a:t>1). Every </a:t>
            </a:r>
            <a:r>
              <a:rPr lang="en-US" dirty="0" err="1" smtClean="0"/>
              <a:t>datatype</a:t>
            </a:r>
            <a:r>
              <a:rPr lang="en-US" dirty="0" smtClean="0"/>
              <a:t> will take the memory address which is multiple of </a:t>
            </a:r>
            <a:r>
              <a:rPr lang="en-US" dirty="0" err="1" smtClean="0"/>
              <a:t>sizeof</a:t>
            </a:r>
            <a:r>
              <a:rPr lang="en-US" dirty="0" smtClean="0"/>
              <a:t>(</a:t>
            </a:r>
            <a:r>
              <a:rPr lang="en-US" dirty="0" err="1" smtClean="0"/>
              <a:t>datatype</a:t>
            </a:r>
            <a:r>
              <a:rPr lang="en-US" dirty="0" smtClean="0"/>
              <a:t>)</a:t>
            </a:r>
          </a:p>
          <a:p>
            <a:r>
              <a:rPr lang="en-US" dirty="0" smtClean="0"/>
              <a:t>2). The size of Total structure will be multiple of longest </a:t>
            </a:r>
            <a:r>
              <a:rPr lang="en-US" dirty="0" err="1" smtClean="0"/>
              <a:t>sizeof</a:t>
            </a:r>
            <a:r>
              <a:rPr lang="en-US" dirty="0" smtClean="0"/>
              <a:t>(</a:t>
            </a:r>
            <a:r>
              <a:rPr lang="en-US" dirty="0" err="1" smtClean="0"/>
              <a:t>data_type</a:t>
            </a:r>
            <a:r>
              <a:rPr lang="en-US" dirty="0" smtClean="0"/>
              <a:t>)</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 Fields</a:t>
            </a:r>
            <a:endParaRPr lang="en-US" dirty="0"/>
          </a:p>
        </p:txBody>
      </p:sp>
      <p:sp>
        <p:nvSpPr>
          <p:cNvPr id="3" name="Content Placeholder 2"/>
          <p:cNvSpPr>
            <a:spLocks noGrp="1"/>
          </p:cNvSpPr>
          <p:nvPr>
            <p:ph idx="1"/>
          </p:nvPr>
        </p:nvSpPr>
        <p:spPr/>
        <p:txBody>
          <a:bodyPr/>
          <a:lstStyle/>
          <a:p>
            <a:r>
              <a:rPr lang="en-US" u="sng" dirty="0" smtClean="0">
                <a:hlinkClick r:id="rId2"/>
              </a:rPr>
              <a:t>Bit Fields</a:t>
            </a:r>
            <a:r>
              <a:rPr lang="en-US" dirty="0" smtClean="0"/>
              <a:t> are used to specify the length of the structure members in bits. When we know the maximum length of the member, we can use bit fields to specify the size and reduce memory consumption.</a:t>
            </a:r>
          </a:p>
          <a:p>
            <a:r>
              <a:rPr lang="en-US" dirty="0" smtClean="0"/>
              <a:t>Pointer cannot pointer a bit field members</a:t>
            </a:r>
          </a:p>
          <a:p>
            <a:r>
              <a:rPr lang="en-US" dirty="0" smtClean="0"/>
              <a:t>Array of bit field not allowed</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Adv. </a:t>
            </a:r>
            <a:r>
              <a:rPr lang="en-US" dirty="0" err="1" smtClean="0"/>
              <a:t>Dis</a:t>
            </a:r>
            <a:r>
              <a:rPr lang="en-US" smtClean="0"/>
              <a:t> Adv.</a:t>
            </a:r>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Union</a:t>
            </a:r>
            <a:endParaRPr lang="en-US" dirty="0"/>
          </a:p>
        </p:txBody>
      </p:sp>
      <p:sp>
        <p:nvSpPr>
          <p:cNvPr id="3" name="Content Placeholder 2"/>
          <p:cNvSpPr>
            <a:spLocks noGrp="1"/>
          </p:cNvSpPr>
          <p:nvPr>
            <p:ph idx="1"/>
          </p:nvPr>
        </p:nvSpPr>
        <p:spPr/>
        <p:txBody>
          <a:bodyPr/>
          <a:lstStyle/>
          <a:p>
            <a:r>
              <a:rPr lang="en-US" dirty="0" smtClean="0"/>
              <a:t>The Union is a user-defined </a:t>
            </a:r>
            <a:r>
              <a:rPr lang="en-US" dirty="0" err="1" smtClean="0"/>
              <a:t>d_type</a:t>
            </a:r>
            <a:r>
              <a:rPr lang="en-US" dirty="0" smtClean="0"/>
              <a:t> just like structure. But unlike structures, all the members in the C union are stored in the same memory location. Due to this, only one member can store data at the given instance.</a:t>
            </a:r>
          </a:p>
          <a:p>
            <a:r>
              <a:rPr lang="en-US" dirty="0" smtClean="0"/>
              <a:t> We can only store data in a single member at the same time.</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1"/>
            <a:ext cx="8153400" cy="1904999"/>
          </a:xfrm>
        </p:spPr>
        <p:txBody>
          <a:bodyPr>
            <a:normAutofit fontScale="85000" lnSpcReduction="10000"/>
          </a:bodyPr>
          <a:lstStyle/>
          <a:p>
            <a:r>
              <a:rPr lang="en-US" dirty="0" smtClean="0"/>
              <a:t>All syntax same as structures</a:t>
            </a:r>
          </a:p>
          <a:p>
            <a:r>
              <a:rPr lang="en-US" dirty="0" smtClean="0"/>
              <a:t>The size of the union = size of the largest member of Union. All the less-sized elements can store the data in the same space without any overflow.</a:t>
            </a:r>
            <a:endParaRPr lang="en-US" dirty="0"/>
          </a:p>
        </p:txBody>
      </p:sp>
      <p:graphicFrame>
        <p:nvGraphicFramePr>
          <p:cNvPr id="4" name="Table 3"/>
          <p:cNvGraphicFramePr>
            <a:graphicFrameLocks noGrp="1"/>
          </p:cNvGraphicFramePr>
          <p:nvPr/>
        </p:nvGraphicFramePr>
        <p:xfrm>
          <a:off x="1295400" y="3505200"/>
          <a:ext cx="6629400" cy="2880360"/>
        </p:xfrm>
        <a:graphic>
          <a:graphicData uri="http://schemas.openxmlformats.org/drawingml/2006/table">
            <a:tbl>
              <a:tblPr firstRow="1" bandRow="1">
                <a:tableStyleId>{2D5ABB26-0587-4C30-8999-92F81FD0307C}</a:tableStyleId>
              </a:tblPr>
              <a:tblGrid>
                <a:gridCol w="3314700"/>
                <a:gridCol w="3314700"/>
              </a:tblGrid>
              <a:tr h="495646">
                <a:tc>
                  <a:txBody>
                    <a:bodyPr/>
                    <a:lstStyle/>
                    <a:p>
                      <a:pPr algn="ctr" fontAlgn="base"/>
                      <a:r>
                        <a:rPr lang="en-US" sz="1400" dirty="0"/>
                        <a:t>Structure</a:t>
                      </a:r>
                      <a:endParaRPr lang="en-US" sz="1400" b="1" dirty="0"/>
                    </a:p>
                  </a:txBody>
                  <a:tcPr marL="38100" marR="3810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1400"/>
                        <a:t>Union</a:t>
                      </a:r>
                      <a:endParaRPr lang="en-US" sz="1400" b="1"/>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28700">
                <a:tc>
                  <a:txBody>
                    <a:bodyPr/>
                    <a:lstStyle/>
                    <a:p>
                      <a:pPr algn="ctr" fontAlgn="ctr"/>
                      <a:r>
                        <a:rPr lang="en-US" sz="1250"/>
                        <a:t>The size of the structure is equal to or greater than the total size of all of its members.</a:t>
                      </a:r>
                      <a:endParaRPr lang="en-US" sz="1250" b="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50"/>
                        <a:t>The size of the union is the size of its largest member.</a:t>
                      </a:r>
                      <a:endParaRPr lang="en-US" sz="1250" b="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94905">
                <a:tc>
                  <a:txBody>
                    <a:bodyPr/>
                    <a:lstStyle/>
                    <a:p>
                      <a:pPr algn="ctr" fontAlgn="ctr"/>
                      <a:r>
                        <a:rPr lang="en-US" sz="1250"/>
                        <a:t>The structure can contain data in multiple members at the same time.</a:t>
                      </a:r>
                      <a:endParaRPr lang="en-US" sz="1250" b="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50" dirty="0"/>
                        <a:t>Only one member can contain data at the same time.</a:t>
                      </a:r>
                      <a:endParaRPr lang="en-US" sz="1250" b="0" dirty="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1109">
                <a:tc>
                  <a:txBody>
                    <a:bodyPr/>
                    <a:lstStyle/>
                    <a:p>
                      <a:pPr algn="ctr" fontAlgn="ctr"/>
                      <a:r>
                        <a:rPr lang="en-US" sz="1250" dirty="0"/>
                        <a:t>It is declared using the </a:t>
                      </a:r>
                      <a:r>
                        <a:rPr lang="en-US" sz="1250" dirty="0" err="1"/>
                        <a:t>struct</a:t>
                      </a:r>
                      <a:r>
                        <a:rPr lang="en-US" sz="1250" dirty="0"/>
                        <a:t> keyword.</a:t>
                      </a:r>
                      <a:endParaRPr lang="en-US" sz="1250" b="0" dirty="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50" dirty="0"/>
                        <a:t>It is declared using the union keyword.</a:t>
                      </a:r>
                      <a:endParaRPr lang="en-US" sz="1250" b="0" dirty="0"/>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Enum</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Storage Classes</a:t>
            </a:r>
            <a:endParaRPr lang="en-US"/>
          </a:p>
        </p:txBody>
      </p:sp>
      <p:sp>
        <p:nvSpPr>
          <p:cNvPr id="3" name="Content Placeholder 2"/>
          <p:cNvSpPr>
            <a:spLocks noGrp="1"/>
          </p:cNvSpPr>
          <p:nvPr>
            <p:ph idx="1"/>
          </p:nvPr>
        </p:nvSpPr>
        <p:spPr/>
        <p:txBody>
          <a:bodyPr/>
          <a:lstStyle/>
          <a:p>
            <a:r>
              <a:rPr lang="en-US" dirty="0" smtClean="0"/>
              <a:t>C Storage Classes are used to describe the features of a variable/function. These features basically include the scope, visibility, and lifetime which help us to trace the existence of a particular variable during the runtime of a program.</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Auto :- only with local variable</a:t>
            </a:r>
          </a:p>
          <a:p>
            <a:pPr lvl="1"/>
            <a:r>
              <a:rPr lang="en-US" dirty="0" smtClean="0"/>
              <a:t>Store in RAM</a:t>
            </a:r>
          </a:p>
          <a:p>
            <a:pPr lvl="1"/>
            <a:r>
              <a:rPr lang="en-US" dirty="0" smtClean="0"/>
              <a:t>Default value =garbage</a:t>
            </a:r>
          </a:p>
          <a:p>
            <a:pPr lvl="1"/>
            <a:r>
              <a:rPr lang="en-US" dirty="0" smtClean="0"/>
              <a:t>Life </a:t>
            </a:r>
            <a:r>
              <a:rPr lang="en-US" dirty="0" err="1" smtClean="0"/>
              <a:t>upto</a:t>
            </a:r>
            <a:r>
              <a:rPr lang="en-US" dirty="0" smtClean="0"/>
              <a:t> end of block</a:t>
            </a:r>
          </a:p>
          <a:p>
            <a:r>
              <a:rPr lang="en-US" dirty="0" smtClean="0"/>
              <a:t>Static :- local and global (all variable)</a:t>
            </a:r>
          </a:p>
          <a:p>
            <a:pPr lvl="1"/>
            <a:r>
              <a:rPr lang="en-US" dirty="0" smtClean="0"/>
              <a:t>Default value =0 , null for char</a:t>
            </a:r>
          </a:p>
          <a:p>
            <a:pPr lvl="1"/>
            <a:r>
              <a:rPr lang="en-US" dirty="0" smtClean="0"/>
              <a:t>For local variable – no linkage</a:t>
            </a:r>
          </a:p>
          <a:p>
            <a:pPr lvl="1"/>
            <a:r>
              <a:rPr lang="en-US" dirty="0" smtClean="0"/>
              <a:t>For global variable – internal linkage (in file)</a:t>
            </a:r>
          </a:p>
          <a:p>
            <a:pPr lvl="1"/>
            <a:r>
              <a:rPr lang="en-US" dirty="0" smtClean="0"/>
              <a:t>Used is function recursion and want to restore previous value</a:t>
            </a:r>
          </a:p>
          <a:p>
            <a:pPr lvl="1"/>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Extern :- </a:t>
            </a:r>
          </a:p>
          <a:p>
            <a:pPr lvl="1"/>
            <a:r>
              <a:rPr lang="en-US" dirty="0" smtClean="0"/>
              <a:t>Work with global variable only</a:t>
            </a:r>
          </a:p>
          <a:p>
            <a:pPr lvl="1"/>
            <a:r>
              <a:rPr lang="en-US" dirty="0" smtClean="0"/>
              <a:t>Used in </a:t>
            </a:r>
            <a:r>
              <a:rPr lang="en-US" dirty="0" err="1" smtClean="0"/>
              <a:t>multifile</a:t>
            </a:r>
            <a:r>
              <a:rPr lang="en-US" dirty="0" smtClean="0"/>
              <a:t> projects</a:t>
            </a:r>
          </a:p>
          <a:p>
            <a:pPr lvl="1"/>
            <a:r>
              <a:rPr lang="en-US" dirty="0" smtClean="0"/>
              <a:t>extern </a:t>
            </a:r>
            <a:r>
              <a:rPr lang="en-US" dirty="0" err="1" smtClean="0"/>
              <a:t>int</a:t>
            </a:r>
            <a:r>
              <a:rPr lang="en-US" dirty="0" smtClean="0"/>
              <a:t> a;   --- only declaration not definition.</a:t>
            </a:r>
          </a:p>
          <a:p>
            <a:pPr lvl="1">
              <a:buNone/>
            </a:pPr>
            <a:endParaRPr lang="en-US" dirty="0" smtClean="0"/>
          </a:p>
          <a:p>
            <a:r>
              <a:rPr lang="en-US" dirty="0" smtClean="0"/>
              <a:t>Register :- </a:t>
            </a:r>
          </a:p>
          <a:p>
            <a:pPr lvl="1"/>
            <a:r>
              <a:rPr lang="en-US" dirty="0" smtClean="0"/>
              <a:t>Store in </a:t>
            </a:r>
            <a:r>
              <a:rPr lang="en-US" dirty="0" err="1" smtClean="0"/>
              <a:t>cpu</a:t>
            </a:r>
            <a:r>
              <a:rPr lang="en-US" dirty="0" smtClean="0"/>
              <a:t> register block</a:t>
            </a:r>
          </a:p>
          <a:p>
            <a:pPr lvl="1"/>
            <a:r>
              <a:rPr lang="en-US" dirty="0" smtClean="0"/>
              <a:t>Take less time and fast execution</a:t>
            </a:r>
          </a:p>
          <a:p>
            <a:pPr lvl="1"/>
            <a:r>
              <a:rPr lang="en-US" dirty="0" smtClean="0"/>
              <a:t>It is used when we 100% sure that variable will create in register of </a:t>
            </a:r>
            <a:r>
              <a:rPr lang="en-US" dirty="0" err="1" smtClean="0"/>
              <a:t>cpu</a:t>
            </a:r>
            <a:endParaRPr lang="en-US" dirty="0" smtClean="0"/>
          </a:p>
          <a:p>
            <a:pPr lvl="1"/>
            <a:r>
              <a:rPr lang="en-US" dirty="0" smtClean="0"/>
              <a:t>If </a:t>
            </a:r>
            <a:r>
              <a:rPr lang="en-US" dirty="0" err="1" smtClean="0"/>
              <a:t>cpu</a:t>
            </a:r>
            <a:r>
              <a:rPr lang="en-US" dirty="0" smtClean="0"/>
              <a:t> register is full then </a:t>
            </a:r>
            <a:r>
              <a:rPr lang="en-US" dirty="0" err="1" smtClean="0"/>
              <a:t>var</a:t>
            </a:r>
            <a:r>
              <a:rPr lang="en-US" dirty="0" smtClean="0"/>
              <a:t> goes to memory like auto</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Management</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Handling</a:t>
            </a:r>
            <a:endParaRPr lang="en-US" dirty="0"/>
          </a:p>
        </p:txBody>
      </p:sp>
      <p:sp>
        <p:nvSpPr>
          <p:cNvPr id="3" name="Content Placeholder 2"/>
          <p:cNvSpPr>
            <a:spLocks noGrp="1"/>
          </p:cNvSpPr>
          <p:nvPr>
            <p:ph idx="1"/>
          </p:nvPr>
        </p:nvSpPr>
        <p:spPr>
          <a:xfrm>
            <a:off x="457200" y="1600200"/>
            <a:ext cx="8686800" cy="5257800"/>
          </a:xfrm>
        </p:spPr>
        <p:txBody>
          <a:bodyPr>
            <a:normAutofit lnSpcReduction="10000"/>
          </a:bodyPr>
          <a:lstStyle/>
          <a:p>
            <a:r>
              <a:rPr lang="en-US" dirty="0" smtClean="0"/>
              <a:t>Files of 2 Type</a:t>
            </a:r>
          </a:p>
          <a:p>
            <a:pPr lvl="1" fontAlgn="base"/>
            <a:r>
              <a:rPr lang="en-US" b="1" dirty="0" smtClean="0"/>
              <a:t>1. Text Files</a:t>
            </a:r>
          </a:p>
          <a:p>
            <a:pPr lvl="2" fontAlgn="base"/>
            <a:r>
              <a:rPr lang="en-US" sz="1500" dirty="0" smtClean="0"/>
              <a:t>A text file contains data in the </a:t>
            </a:r>
            <a:r>
              <a:rPr lang="en-US" sz="1500" b="1" dirty="0" smtClean="0"/>
              <a:t>form of ASCII characters</a:t>
            </a:r>
            <a:r>
              <a:rPr lang="en-US" sz="1500" dirty="0" smtClean="0"/>
              <a:t> and is generally used to store a stream of characters.</a:t>
            </a:r>
          </a:p>
          <a:p>
            <a:pPr lvl="2" fontAlgn="base"/>
            <a:r>
              <a:rPr lang="en-US" sz="1500" dirty="0" smtClean="0"/>
              <a:t>Each line in a text file ends with a new line character (‘\n’).</a:t>
            </a:r>
          </a:p>
          <a:p>
            <a:pPr lvl="2" fontAlgn="base"/>
            <a:r>
              <a:rPr lang="en-US" sz="1500" dirty="0" smtClean="0"/>
              <a:t>It can be read or written by any text editor.</a:t>
            </a:r>
          </a:p>
          <a:p>
            <a:pPr lvl="2" fontAlgn="base"/>
            <a:r>
              <a:rPr lang="en-US" sz="1500" dirty="0" smtClean="0"/>
              <a:t>They are generally stored with </a:t>
            </a:r>
            <a:r>
              <a:rPr lang="en-US" sz="1500" b="1" dirty="0" smtClean="0"/>
              <a:t>.txt </a:t>
            </a:r>
            <a:r>
              <a:rPr lang="en-US" sz="1500" dirty="0" smtClean="0"/>
              <a:t>file extension.</a:t>
            </a:r>
          </a:p>
          <a:p>
            <a:pPr lvl="2" fontAlgn="base"/>
            <a:r>
              <a:rPr lang="en-US" sz="1500" dirty="0" smtClean="0"/>
              <a:t>Text files can also be used to store the source code.</a:t>
            </a:r>
          </a:p>
          <a:p>
            <a:pPr fontAlgn="base"/>
            <a:r>
              <a:rPr lang="en-US" b="1" dirty="0" smtClean="0"/>
              <a:t>2. Binary Files</a:t>
            </a:r>
          </a:p>
          <a:p>
            <a:pPr lvl="1" fontAlgn="base"/>
            <a:r>
              <a:rPr lang="en-US" sz="1900" dirty="0" smtClean="0"/>
              <a:t>A binary file contains data in </a:t>
            </a:r>
            <a:r>
              <a:rPr lang="en-US" sz="1900" b="1" dirty="0" smtClean="0"/>
              <a:t>binary form (i.e. 0’s and 1’s)</a:t>
            </a:r>
            <a:r>
              <a:rPr lang="en-US" sz="1900" dirty="0" smtClean="0"/>
              <a:t> instead of ASCII characters. They contain data that is stored in a similar manner to how it is stored in the main memory.</a:t>
            </a:r>
          </a:p>
          <a:p>
            <a:pPr lvl="1" fontAlgn="base"/>
            <a:r>
              <a:rPr lang="en-US" sz="1900" dirty="0" smtClean="0"/>
              <a:t>The binary files can be created only from within a program and their contents can only be read by a program.</a:t>
            </a:r>
          </a:p>
          <a:p>
            <a:pPr lvl="1" fontAlgn="base"/>
            <a:r>
              <a:rPr lang="en-US" sz="1900" dirty="0" smtClean="0"/>
              <a:t>More secure as they are not easily readable.</a:t>
            </a:r>
          </a:p>
          <a:p>
            <a:pPr lvl="1" fontAlgn="base"/>
            <a:r>
              <a:rPr lang="en-US" sz="1900" dirty="0" smtClean="0"/>
              <a:t>They are generally stored with </a:t>
            </a:r>
            <a:r>
              <a:rPr lang="en-US" sz="1900" b="1" dirty="0" smtClean="0"/>
              <a:t>.bin</a:t>
            </a:r>
            <a:r>
              <a:rPr lang="en-US" sz="1900" dirty="0" smtClean="0"/>
              <a:t> file extension.</a:t>
            </a:r>
          </a:p>
          <a:p>
            <a:pPr lvl="1" fontAlgn="base"/>
            <a:endParaRPr lang="en-US" sz="1900" dirty="0" smtClean="0"/>
          </a:p>
          <a:p>
            <a:pPr lvl="1"/>
            <a:endParaRPr lang="en-US" dirty="0" smtClean="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b="1" dirty="0" smtClean="0"/>
              <a:t>C File Operations</a:t>
            </a:r>
          </a:p>
          <a:p>
            <a:pPr lvl="1" fontAlgn="base">
              <a:buFont typeface="Courier New" pitchFamily="49" charset="0"/>
              <a:buChar char="o"/>
            </a:pPr>
            <a:r>
              <a:rPr lang="en-US" sz="2600" dirty="0" smtClean="0"/>
              <a:t>Creating a new file – </a:t>
            </a:r>
            <a:r>
              <a:rPr lang="en-US" sz="2600" b="1" dirty="0" err="1" smtClean="0"/>
              <a:t>fopen</a:t>
            </a:r>
            <a:r>
              <a:rPr lang="en-US" sz="2600" b="1" dirty="0" smtClean="0"/>
              <a:t>() with attributes as “a” or “a+” or “w” or “w+”</a:t>
            </a:r>
            <a:endParaRPr lang="en-US" sz="2600" dirty="0" smtClean="0"/>
          </a:p>
          <a:p>
            <a:pPr lvl="1" fontAlgn="base">
              <a:buFont typeface="Courier New" pitchFamily="49" charset="0"/>
              <a:buChar char="o"/>
            </a:pPr>
            <a:r>
              <a:rPr lang="en-US" sz="2600" dirty="0" smtClean="0"/>
              <a:t>Opening an existing file – </a:t>
            </a:r>
            <a:r>
              <a:rPr lang="en-US" sz="2600" b="1" dirty="0" err="1" smtClean="0"/>
              <a:t>fopen</a:t>
            </a:r>
            <a:r>
              <a:rPr lang="en-US" sz="2600" b="1" dirty="0" smtClean="0"/>
              <a:t>()</a:t>
            </a:r>
            <a:endParaRPr lang="en-US" sz="2600" dirty="0" smtClean="0"/>
          </a:p>
          <a:p>
            <a:pPr lvl="1" fontAlgn="base">
              <a:buFont typeface="Courier New" pitchFamily="49" charset="0"/>
              <a:buChar char="o"/>
            </a:pPr>
            <a:r>
              <a:rPr lang="en-US" sz="2600" dirty="0" smtClean="0"/>
              <a:t>Reading from file – </a:t>
            </a:r>
            <a:r>
              <a:rPr lang="en-US" sz="2600" b="1" dirty="0" err="1" smtClean="0"/>
              <a:t>fscanf</a:t>
            </a:r>
            <a:r>
              <a:rPr lang="en-US" sz="2600" b="1" dirty="0" smtClean="0"/>
              <a:t>() or </a:t>
            </a:r>
            <a:r>
              <a:rPr lang="en-US" sz="2600" b="1" dirty="0" err="1" smtClean="0"/>
              <a:t>fgets</a:t>
            </a:r>
            <a:r>
              <a:rPr lang="en-US" sz="2600" b="1" dirty="0" smtClean="0"/>
              <a:t>()</a:t>
            </a:r>
            <a:endParaRPr lang="en-US" sz="2600" dirty="0" smtClean="0"/>
          </a:p>
          <a:p>
            <a:pPr lvl="1" fontAlgn="base">
              <a:buFont typeface="Courier New" pitchFamily="49" charset="0"/>
              <a:buChar char="o"/>
            </a:pPr>
            <a:r>
              <a:rPr lang="en-US" sz="2600" dirty="0" smtClean="0"/>
              <a:t>Writing to a file – </a:t>
            </a:r>
            <a:r>
              <a:rPr lang="en-US" sz="2600" b="1" dirty="0" err="1" smtClean="0"/>
              <a:t>fprintf</a:t>
            </a:r>
            <a:r>
              <a:rPr lang="en-US" sz="2600" b="1" dirty="0" smtClean="0"/>
              <a:t>() or </a:t>
            </a:r>
            <a:r>
              <a:rPr lang="en-US" sz="2600" b="1" dirty="0" err="1" smtClean="0"/>
              <a:t>fputs</a:t>
            </a:r>
            <a:r>
              <a:rPr lang="en-US" sz="2600" b="1" dirty="0" smtClean="0"/>
              <a:t>()</a:t>
            </a:r>
            <a:endParaRPr lang="en-US" sz="2600" dirty="0" smtClean="0"/>
          </a:p>
          <a:p>
            <a:pPr lvl="1" fontAlgn="base">
              <a:buFont typeface="Courier New" pitchFamily="49" charset="0"/>
              <a:buChar char="o"/>
            </a:pPr>
            <a:r>
              <a:rPr lang="en-US" sz="2600" dirty="0" smtClean="0"/>
              <a:t>Moving to a specific location in a file – </a:t>
            </a:r>
            <a:r>
              <a:rPr lang="en-US" sz="2600" b="1" u="sng" dirty="0" err="1" smtClean="0">
                <a:hlinkClick r:id="rId2"/>
              </a:rPr>
              <a:t>fseek</a:t>
            </a:r>
            <a:r>
              <a:rPr lang="en-US" sz="2600" b="1" u="sng" dirty="0" smtClean="0">
                <a:hlinkClick r:id="rId2"/>
              </a:rPr>
              <a:t>()</a:t>
            </a:r>
            <a:r>
              <a:rPr lang="en-US" sz="2600" b="1" dirty="0" smtClean="0"/>
              <a:t>, rewind()</a:t>
            </a:r>
            <a:endParaRPr lang="en-US" sz="2600" dirty="0" smtClean="0"/>
          </a:p>
          <a:p>
            <a:pPr lvl="1" fontAlgn="base">
              <a:buFont typeface="Courier New" pitchFamily="49" charset="0"/>
              <a:buChar char="o"/>
            </a:pPr>
            <a:r>
              <a:rPr lang="en-US" sz="2600" dirty="0" smtClean="0"/>
              <a:t>Closing a file – </a:t>
            </a:r>
            <a:r>
              <a:rPr lang="en-US" sz="2600" b="1" dirty="0" err="1" smtClean="0"/>
              <a:t>fclose</a:t>
            </a:r>
            <a:r>
              <a:rPr lang="en-US" sz="2600" b="1" dirty="0" smtClean="0"/>
              <a:t>()</a:t>
            </a:r>
            <a:endParaRPr lang="en-US" sz="2600" dirty="0" smtClean="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1937</TotalTime>
  <Words>1894</Words>
  <Application>Microsoft Office PowerPoint</Application>
  <PresentationFormat>On-screen Show (4:3)</PresentationFormat>
  <Paragraphs>339</Paragraphs>
  <Slides>51</Slides>
  <Notes>1</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Office Theme</vt:lpstr>
      <vt:lpstr>C</vt:lpstr>
      <vt:lpstr>Bit Manipulation</vt:lpstr>
      <vt:lpstr>Bit Manipulation</vt:lpstr>
      <vt:lpstr>eg</vt:lpstr>
      <vt:lpstr>2’s Compliment</vt:lpstr>
      <vt:lpstr>X=Any binary</vt:lpstr>
      <vt:lpstr>Float literal</vt:lpstr>
      <vt:lpstr>Lexical in c</vt:lpstr>
      <vt:lpstr>Lexical Element</vt:lpstr>
      <vt:lpstr>Tokens </vt:lpstr>
      <vt:lpstr>Lexical in c</vt:lpstr>
      <vt:lpstr>Arrays</vt:lpstr>
      <vt:lpstr>Properties of Array</vt:lpstr>
      <vt:lpstr>Array size calculator</vt:lpstr>
      <vt:lpstr>puts vs printf</vt:lpstr>
      <vt:lpstr>Entry function</vt:lpstr>
      <vt:lpstr>Storage Class </vt:lpstr>
      <vt:lpstr>Function</vt:lpstr>
      <vt:lpstr>Parameters</vt:lpstr>
      <vt:lpstr>Slide 20</vt:lpstr>
      <vt:lpstr>Variadic function</vt:lpstr>
      <vt:lpstr>Slide 22</vt:lpstr>
      <vt:lpstr>Pointers</vt:lpstr>
      <vt:lpstr>Types</vt:lpstr>
      <vt:lpstr>Function pointer</vt:lpstr>
      <vt:lpstr>Void</vt:lpstr>
      <vt:lpstr>Constant pointer</vt:lpstr>
      <vt:lpstr>Pointer to constant</vt:lpstr>
      <vt:lpstr>Slide 29</vt:lpstr>
      <vt:lpstr>Files</vt:lpstr>
      <vt:lpstr>Structures</vt:lpstr>
      <vt:lpstr>Slide 32</vt:lpstr>
      <vt:lpstr>Slide 33</vt:lpstr>
      <vt:lpstr>Structures</vt:lpstr>
      <vt:lpstr>typedef</vt:lpstr>
      <vt:lpstr>Pointer Struct</vt:lpstr>
      <vt:lpstr>Slide 37</vt:lpstr>
      <vt:lpstr>Structure Padding</vt:lpstr>
      <vt:lpstr>Rules</vt:lpstr>
      <vt:lpstr>Slide 40</vt:lpstr>
      <vt:lpstr>Bit Fields</vt:lpstr>
      <vt:lpstr>Structure Adv. Dis Adv.</vt:lpstr>
      <vt:lpstr>Union</vt:lpstr>
      <vt:lpstr>Slide 44</vt:lpstr>
      <vt:lpstr>Enum</vt:lpstr>
      <vt:lpstr>Storage Classes</vt:lpstr>
      <vt:lpstr>Slide 47</vt:lpstr>
      <vt:lpstr>Slide 48</vt:lpstr>
      <vt:lpstr>Memory Management</vt:lpstr>
      <vt:lpstr>File Handling</vt:lpstr>
      <vt:lpstr>Slide 51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144</cp:revision>
  <dcterms:created xsi:type="dcterms:W3CDTF">2006-08-16T00:00:00Z</dcterms:created>
  <dcterms:modified xsi:type="dcterms:W3CDTF">2023-12-29T10:49:13Z</dcterms:modified>
</cp:coreProperties>
</file>